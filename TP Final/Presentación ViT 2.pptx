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17"/>
  </p:notesMasterIdLst>
  <p:sldIdLst>
    <p:sldId id="256" r:id="rId5"/>
    <p:sldId id="262" r:id="rId6"/>
    <p:sldId id="271" r:id="rId7"/>
    <p:sldId id="274" r:id="rId8"/>
    <p:sldId id="273" r:id="rId9"/>
    <p:sldId id="272" r:id="rId10"/>
    <p:sldId id="275" r:id="rId11"/>
    <p:sldId id="276" r:id="rId12"/>
    <p:sldId id="277" r:id="rId13"/>
    <p:sldId id="278" r:id="rId14"/>
    <p:sldId id="279" r:id="rId15"/>
    <p:sldId id="270" r:id="rId16"/>
  </p:sldIdLst>
  <p:sldSz cx="20104100" cy="11309350"/>
  <p:notesSz cx="20104100" cy="1130935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954">
          <p15:clr>
            <a:srgbClr val="A4A3A4"/>
          </p15:clr>
        </p15:guide>
        <p15:guide id="2" pos="6309" userDrawn="1">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jDKWFDi0Zm5cqrX+yZi/motkSNNQ=="/>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1CEC81A-56C5-9DC5-A2A2-591387CB7A3F}" name="Palumbo Marcelo" initials="PM" userId="S::mpalumbo@andreani.com::a5e6183f-6958-41e6-bdd1-736de95a489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37D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E48BE2-3E06-492D-B1D5-7E21CFBE6F15}" v="16" dt="2024-12-05T23:28:42.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p:restoredTop sz="94648"/>
  </p:normalViewPr>
  <p:slideViewPr>
    <p:cSldViewPr snapToGrid="0">
      <p:cViewPr varScale="1">
        <p:scale>
          <a:sx n="34" d="100"/>
          <a:sy n="34" d="100"/>
        </p:scale>
        <p:origin x="1000" y="56"/>
      </p:cViewPr>
      <p:guideLst>
        <p:guide orient="horz" pos="4954"/>
        <p:guide pos="630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9" Type="http://schemas.microsoft.com/office/2015/10/relationships/revisionInfo" Target="revisionInfo.xml"/><Relationship Id="rId3" Type="http://schemas.openxmlformats.org/officeDocument/2006/relationships/customXml" Target="../customXml/item3.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36"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35"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ndez Carlos" userId="84e78187-913b-427f-849f-35d0b8b45274" providerId="ADAL" clId="{5FE48BE2-3E06-492D-B1D5-7E21CFBE6F15}"/>
    <pc:docChg chg="undo custSel addSld delSld modSld sldOrd">
      <pc:chgData name="Mendez Carlos" userId="84e78187-913b-427f-849f-35d0b8b45274" providerId="ADAL" clId="{5FE48BE2-3E06-492D-B1D5-7E21CFBE6F15}" dt="2024-12-05T23:47:18.383" v="748" actId="14100"/>
      <pc:docMkLst>
        <pc:docMk/>
      </pc:docMkLst>
      <pc:sldChg chg="addSp modSp mod">
        <pc:chgData name="Mendez Carlos" userId="84e78187-913b-427f-849f-35d0b8b45274" providerId="ADAL" clId="{5FE48BE2-3E06-492D-B1D5-7E21CFBE6F15}" dt="2024-12-05T23:14:06.875" v="495" actId="1076"/>
        <pc:sldMkLst>
          <pc:docMk/>
          <pc:sldMk cId="0" sldId="256"/>
        </pc:sldMkLst>
        <pc:spChg chg="mod">
          <ac:chgData name="Mendez Carlos" userId="84e78187-913b-427f-849f-35d0b8b45274" providerId="ADAL" clId="{5FE48BE2-3E06-492D-B1D5-7E21CFBE6F15}" dt="2024-12-05T23:09:01.081" v="337" actId="20577"/>
          <ac:spMkLst>
            <pc:docMk/>
            <pc:sldMk cId="0" sldId="256"/>
            <ac:spMk id="62" creationId="{00000000-0000-0000-0000-000000000000}"/>
          </ac:spMkLst>
        </pc:spChg>
        <pc:spChg chg="mod">
          <ac:chgData name="Mendez Carlos" userId="84e78187-913b-427f-849f-35d0b8b45274" providerId="ADAL" clId="{5FE48BE2-3E06-492D-B1D5-7E21CFBE6F15}" dt="2024-12-05T23:09:09.413" v="357" actId="20577"/>
          <ac:spMkLst>
            <pc:docMk/>
            <pc:sldMk cId="0" sldId="256"/>
            <ac:spMk id="63" creationId="{00000000-0000-0000-0000-000000000000}"/>
          </ac:spMkLst>
        </pc:spChg>
        <pc:picChg chg="add mod">
          <ac:chgData name="Mendez Carlos" userId="84e78187-913b-427f-849f-35d0b8b45274" providerId="ADAL" clId="{5FE48BE2-3E06-492D-B1D5-7E21CFBE6F15}" dt="2024-12-05T23:14:06.875" v="495" actId="1076"/>
          <ac:picMkLst>
            <pc:docMk/>
            <pc:sldMk cId="0" sldId="256"/>
            <ac:picMk id="3" creationId="{C2FABA50-EF52-C581-761E-1D3AF175EF4C}"/>
          </ac:picMkLst>
        </pc:picChg>
      </pc:sldChg>
      <pc:sldChg chg="addSp delSp modSp mod">
        <pc:chgData name="Mendez Carlos" userId="84e78187-913b-427f-849f-35d0b8b45274" providerId="ADAL" clId="{5FE48BE2-3E06-492D-B1D5-7E21CFBE6F15}" dt="2024-12-05T23:14:26.253" v="573" actId="1036"/>
        <pc:sldMkLst>
          <pc:docMk/>
          <pc:sldMk cId="0" sldId="262"/>
        </pc:sldMkLst>
        <pc:spChg chg="add">
          <ac:chgData name="Mendez Carlos" userId="84e78187-913b-427f-849f-35d0b8b45274" providerId="ADAL" clId="{5FE48BE2-3E06-492D-B1D5-7E21CFBE6F15}" dt="2024-12-05T22:49:53.127" v="16"/>
          <ac:spMkLst>
            <pc:docMk/>
            <pc:sldMk cId="0" sldId="262"/>
            <ac:spMk id="4" creationId="{85AED9EE-189A-9666-DBB5-8F77A5E87E85}"/>
          </ac:spMkLst>
        </pc:spChg>
        <pc:spChg chg="add mod">
          <ac:chgData name="Mendez Carlos" userId="84e78187-913b-427f-849f-35d0b8b45274" providerId="ADAL" clId="{5FE48BE2-3E06-492D-B1D5-7E21CFBE6F15}" dt="2024-12-05T23:00:06.464" v="147" actId="1076"/>
          <ac:spMkLst>
            <pc:docMk/>
            <pc:sldMk cId="0" sldId="262"/>
            <ac:spMk id="14" creationId="{599F0C91-B87E-C284-0C41-7B0D0BAA05B8}"/>
          </ac:spMkLst>
        </pc:spChg>
        <pc:spChg chg="del">
          <ac:chgData name="Mendez Carlos" userId="84e78187-913b-427f-849f-35d0b8b45274" providerId="ADAL" clId="{5FE48BE2-3E06-492D-B1D5-7E21CFBE6F15}" dt="2024-12-05T22:48:07.331" v="1" actId="478"/>
          <ac:spMkLst>
            <pc:docMk/>
            <pc:sldMk cId="0" sldId="262"/>
            <ac:spMk id="18" creationId="{BD6E4B74-9D8C-F126-D476-FEE553A60765}"/>
          </ac:spMkLst>
        </pc:spChg>
        <pc:spChg chg="add mod">
          <ac:chgData name="Mendez Carlos" userId="84e78187-913b-427f-849f-35d0b8b45274" providerId="ADAL" clId="{5FE48BE2-3E06-492D-B1D5-7E21CFBE6F15}" dt="2024-12-05T23:00:15.099" v="199" actId="1038"/>
          <ac:spMkLst>
            <pc:docMk/>
            <pc:sldMk cId="0" sldId="262"/>
            <ac:spMk id="21" creationId="{D19D8C92-9E71-CF77-1C43-7F4FDFD0A10C}"/>
          </ac:spMkLst>
        </pc:spChg>
        <pc:spChg chg="add mod">
          <ac:chgData name="Mendez Carlos" userId="84e78187-913b-427f-849f-35d0b8b45274" providerId="ADAL" clId="{5FE48BE2-3E06-492D-B1D5-7E21CFBE6F15}" dt="2024-12-05T23:14:26.253" v="573" actId="1036"/>
          <ac:spMkLst>
            <pc:docMk/>
            <pc:sldMk cId="0" sldId="262"/>
            <ac:spMk id="22" creationId="{4EBDDF8B-10EF-C091-AF13-37A46193CF9F}"/>
          </ac:spMkLst>
        </pc:spChg>
        <pc:spChg chg="add mod">
          <ac:chgData name="Mendez Carlos" userId="84e78187-913b-427f-849f-35d0b8b45274" providerId="ADAL" clId="{5FE48BE2-3E06-492D-B1D5-7E21CFBE6F15}" dt="2024-12-05T23:00:15.099" v="199" actId="1038"/>
          <ac:spMkLst>
            <pc:docMk/>
            <pc:sldMk cId="0" sldId="262"/>
            <ac:spMk id="26" creationId="{151335A9-8477-9AC6-610D-BE60F7CF2770}"/>
          </ac:spMkLst>
        </pc:spChg>
        <pc:spChg chg="add del">
          <ac:chgData name="Mendez Carlos" userId="84e78187-913b-427f-849f-35d0b8b45274" providerId="ADAL" clId="{5FE48BE2-3E06-492D-B1D5-7E21CFBE6F15}" dt="2024-12-05T22:56:09.295" v="89" actId="22"/>
          <ac:spMkLst>
            <pc:docMk/>
            <pc:sldMk cId="0" sldId="262"/>
            <ac:spMk id="28" creationId="{49E436A1-16BF-78FF-F4B1-82F27EF1E5F0}"/>
          </ac:spMkLst>
        </pc:spChg>
        <pc:spChg chg="del">
          <ac:chgData name="Mendez Carlos" userId="84e78187-913b-427f-849f-35d0b8b45274" providerId="ADAL" clId="{5FE48BE2-3E06-492D-B1D5-7E21CFBE6F15}" dt="2024-12-05T22:48:11.347" v="2" actId="478"/>
          <ac:spMkLst>
            <pc:docMk/>
            <pc:sldMk cId="0" sldId="262"/>
            <ac:spMk id="205" creationId="{6C888135-91AB-EA96-8704-3322EB40742E}"/>
          </ac:spMkLst>
        </pc:spChg>
        <pc:grpChg chg="del">
          <ac:chgData name="Mendez Carlos" userId="84e78187-913b-427f-849f-35d0b8b45274" providerId="ADAL" clId="{5FE48BE2-3E06-492D-B1D5-7E21CFBE6F15}" dt="2024-12-05T22:48:03.497" v="0" actId="478"/>
          <ac:grpSpMkLst>
            <pc:docMk/>
            <pc:sldMk cId="0" sldId="262"/>
            <ac:grpSpMk id="8" creationId="{D8998F02-F32B-EBC1-4C3B-D14405400D37}"/>
          </ac:grpSpMkLst>
        </pc:grpChg>
        <pc:picChg chg="add mod">
          <ac:chgData name="Mendez Carlos" userId="84e78187-913b-427f-849f-35d0b8b45274" providerId="ADAL" clId="{5FE48BE2-3E06-492D-B1D5-7E21CFBE6F15}" dt="2024-12-05T23:00:15.099" v="199" actId="1038"/>
          <ac:picMkLst>
            <pc:docMk/>
            <pc:sldMk cId="0" sldId="262"/>
            <ac:picMk id="10" creationId="{9D1E6DDC-FCD3-B333-7BF4-D93ADA674B38}"/>
          </ac:picMkLst>
        </pc:picChg>
        <pc:picChg chg="add del">
          <ac:chgData name="Mendez Carlos" userId="84e78187-913b-427f-849f-35d0b8b45274" providerId="ADAL" clId="{5FE48BE2-3E06-492D-B1D5-7E21CFBE6F15}" dt="2024-12-05T22:50:31.133" v="21" actId="22"/>
          <ac:picMkLst>
            <pc:docMk/>
            <pc:sldMk cId="0" sldId="262"/>
            <ac:picMk id="12" creationId="{73C5A52A-8779-2760-F575-775AD0D9E192}"/>
          </ac:picMkLst>
        </pc:picChg>
        <pc:picChg chg="add mod">
          <ac:chgData name="Mendez Carlos" userId="84e78187-913b-427f-849f-35d0b8b45274" providerId="ADAL" clId="{5FE48BE2-3E06-492D-B1D5-7E21CFBE6F15}" dt="2024-12-05T23:14:26.253" v="573" actId="1036"/>
          <ac:picMkLst>
            <pc:docMk/>
            <pc:sldMk cId="0" sldId="262"/>
            <ac:picMk id="20" creationId="{2836A10A-3D2A-12EE-6096-D436C74367DE}"/>
          </ac:picMkLst>
        </pc:picChg>
        <pc:picChg chg="add mod">
          <ac:chgData name="Mendez Carlos" userId="84e78187-913b-427f-849f-35d0b8b45274" providerId="ADAL" clId="{5FE48BE2-3E06-492D-B1D5-7E21CFBE6F15}" dt="2024-12-05T23:00:15.099" v="199" actId="1038"/>
          <ac:picMkLst>
            <pc:docMk/>
            <pc:sldMk cId="0" sldId="262"/>
            <ac:picMk id="25" creationId="{E56DCB61-34A4-94F9-9549-2D005F557573}"/>
          </ac:picMkLst>
        </pc:picChg>
        <pc:cxnChg chg="mod">
          <ac:chgData name="Mendez Carlos" userId="84e78187-913b-427f-849f-35d0b8b45274" providerId="ADAL" clId="{5FE48BE2-3E06-492D-B1D5-7E21CFBE6F15}" dt="2024-12-05T22:48:03.497" v="0" actId="478"/>
          <ac:cxnSpMkLst>
            <pc:docMk/>
            <pc:sldMk cId="0" sldId="262"/>
            <ac:cxnSpMk id="6" creationId="{8FE24D31-53DF-8153-88FB-1D4F56BCC088}"/>
          </ac:cxnSpMkLst>
        </pc:cxnChg>
        <pc:cxnChg chg="del mod">
          <ac:chgData name="Mendez Carlos" userId="84e78187-913b-427f-849f-35d0b8b45274" providerId="ADAL" clId="{5FE48BE2-3E06-492D-B1D5-7E21CFBE6F15}" dt="2024-12-05T22:48:07.331" v="1" actId="478"/>
          <ac:cxnSpMkLst>
            <pc:docMk/>
            <pc:sldMk cId="0" sldId="262"/>
            <ac:cxnSpMk id="13" creationId="{EA259742-B90E-0749-DD80-D71EA9B3F2BA}"/>
          </ac:cxnSpMkLst>
        </pc:cxnChg>
        <pc:cxnChg chg="mod">
          <ac:chgData name="Mendez Carlos" userId="84e78187-913b-427f-849f-35d0b8b45274" providerId="ADAL" clId="{5FE48BE2-3E06-492D-B1D5-7E21CFBE6F15}" dt="2024-12-05T22:48:03.497" v="0" actId="478"/>
          <ac:cxnSpMkLst>
            <pc:docMk/>
            <pc:sldMk cId="0" sldId="262"/>
            <ac:cxnSpMk id="16" creationId="{703A9D51-EA39-DDB8-FF4F-1B32B10B0150}"/>
          </ac:cxnSpMkLst>
        </pc:cxnChg>
        <pc:cxnChg chg="del mod">
          <ac:chgData name="Mendez Carlos" userId="84e78187-913b-427f-849f-35d0b8b45274" providerId="ADAL" clId="{5FE48BE2-3E06-492D-B1D5-7E21CFBE6F15}" dt="2024-12-05T22:48:07.331" v="1" actId="478"/>
          <ac:cxnSpMkLst>
            <pc:docMk/>
            <pc:sldMk cId="0" sldId="262"/>
            <ac:cxnSpMk id="19" creationId="{5D789586-4E5F-A970-A075-5B2477FF02EC}"/>
          </ac:cxnSpMkLst>
        </pc:cxnChg>
        <pc:cxnChg chg="del mod">
          <ac:chgData name="Mendez Carlos" userId="84e78187-913b-427f-849f-35d0b8b45274" providerId="ADAL" clId="{5FE48BE2-3E06-492D-B1D5-7E21CFBE6F15}" dt="2024-12-05T22:48:07.331" v="1" actId="478"/>
          <ac:cxnSpMkLst>
            <pc:docMk/>
            <pc:sldMk cId="0" sldId="262"/>
            <ac:cxnSpMk id="23" creationId="{F5C3098A-1D6F-BAB9-FD94-F71A0DBB7B30}"/>
          </ac:cxnSpMkLst>
        </pc:cxnChg>
        <pc:cxnChg chg="del mod">
          <ac:chgData name="Mendez Carlos" userId="84e78187-913b-427f-849f-35d0b8b45274" providerId="ADAL" clId="{5FE48BE2-3E06-492D-B1D5-7E21CFBE6F15}" dt="2024-12-05T22:48:07.331" v="1" actId="478"/>
          <ac:cxnSpMkLst>
            <pc:docMk/>
            <pc:sldMk cId="0" sldId="262"/>
            <ac:cxnSpMk id="30" creationId="{76D03488-AC3E-EF3D-F71A-FA9CB86B8433}"/>
          </ac:cxnSpMkLst>
        </pc:cxnChg>
        <pc:cxnChg chg="del mod">
          <ac:chgData name="Mendez Carlos" userId="84e78187-913b-427f-849f-35d0b8b45274" providerId="ADAL" clId="{5FE48BE2-3E06-492D-B1D5-7E21CFBE6F15}" dt="2024-12-05T22:48:07.331" v="1" actId="478"/>
          <ac:cxnSpMkLst>
            <pc:docMk/>
            <pc:sldMk cId="0" sldId="262"/>
            <ac:cxnSpMk id="32" creationId="{A811A756-F38B-863C-0A01-70FC562F9139}"/>
          </ac:cxnSpMkLst>
        </pc:cxnChg>
        <pc:cxnChg chg="del mod">
          <ac:chgData name="Mendez Carlos" userId="84e78187-913b-427f-849f-35d0b8b45274" providerId="ADAL" clId="{5FE48BE2-3E06-492D-B1D5-7E21CFBE6F15}" dt="2024-12-05T22:48:07.331" v="1" actId="478"/>
          <ac:cxnSpMkLst>
            <pc:docMk/>
            <pc:sldMk cId="0" sldId="262"/>
            <ac:cxnSpMk id="39" creationId="{515B6CC4-8427-D1F0-2EAA-9CF7EAA9684A}"/>
          </ac:cxnSpMkLst>
        </pc:cxnChg>
        <pc:cxnChg chg="mod">
          <ac:chgData name="Mendez Carlos" userId="84e78187-913b-427f-849f-35d0b8b45274" providerId="ADAL" clId="{5FE48BE2-3E06-492D-B1D5-7E21CFBE6F15}" dt="2024-12-05T22:48:03.497" v="0" actId="478"/>
          <ac:cxnSpMkLst>
            <pc:docMk/>
            <pc:sldMk cId="0" sldId="262"/>
            <ac:cxnSpMk id="69" creationId="{CAC8401D-EE06-48FA-CF25-6C546B9D5DD8}"/>
          </ac:cxnSpMkLst>
        </pc:cxnChg>
        <pc:cxnChg chg="mod">
          <ac:chgData name="Mendez Carlos" userId="84e78187-913b-427f-849f-35d0b8b45274" providerId="ADAL" clId="{5FE48BE2-3E06-492D-B1D5-7E21CFBE6F15}" dt="2024-12-05T22:48:03.497" v="0" actId="478"/>
          <ac:cxnSpMkLst>
            <pc:docMk/>
            <pc:sldMk cId="0" sldId="262"/>
            <ac:cxnSpMk id="132" creationId="{6B5B4DA6-E1E1-DF16-DC0E-06564F627364}"/>
          </ac:cxnSpMkLst>
        </pc:cxnChg>
        <pc:cxnChg chg="mod">
          <ac:chgData name="Mendez Carlos" userId="84e78187-913b-427f-849f-35d0b8b45274" providerId="ADAL" clId="{5FE48BE2-3E06-492D-B1D5-7E21CFBE6F15}" dt="2024-12-05T22:48:03.497" v="0" actId="478"/>
          <ac:cxnSpMkLst>
            <pc:docMk/>
            <pc:sldMk cId="0" sldId="262"/>
            <ac:cxnSpMk id="134" creationId="{1B126CFF-5228-419F-A21A-6431EDC547F9}"/>
          </ac:cxnSpMkLst>
        </pc:cxnChg>
        <pc:cxnChg chg="mod">
          <ac:chgData name="Mendez Carlos" userId="84e78187-913b-427f-849f-35d0b8b45274" providerId="ADAL" clId="{5FE48BE2-3E06-492D-B1D5-7E21CFBE6F15}" dt="2024-12-05T22:48:03.497" v="0" actId="478"/>
          <ac:cxnSpMkLst>
            <pc:docMk/>
            <pc:sldMk cId="0" sldId="262"/>
            <ac:cxnSpMk id="135" creationId="{91B5B66A-F483-7554-F27F-61805731C14C}"/>
          </ac:cxnSpMkLst>
        </pc:cxnChg>
        <pc:cxnChg chg="mod">
          <ac:chgData name="Mendez Carlos" userId="84e78187-913b-427f-849f-35d0b8b45274" providerId="ADAL" clId="{5FE48BE2-3E06-492D-B1D5-7E21CFBE6F15}" dt="2024-12-05T22:48:03.497" v="0" actId="478"/>
          <ac:cxnSpMkLst>
            <pc:docMk/>
            <pc:sldMk cId="0" sldId="262"/>
            <ac:cxnSpMk id="136" creationId="{72ABAA5F-DC51-F43F-0DDB-BEB2E4E59734}"/>
          </ac:cxnSpMkLst>
        </pc:cxnChg>
        <pc:cxnChg chg="mod">
          <ac:chgData name="Mendez Carlos" userId="84e78187-913b-427f-849f-35d0b8b45274" providerId="ADAL" clId="{5FE48BE2-3E06-492D-B1D5-7E21CFBE6F15}" dt="2024-12-05T22:48:03.497" v="0" actId="478"/>
          <ac:cxnSpMkLst>
            <pc:docMk/>
            <pc:sldMk cId="0" sldId="262"/>
            <ac:cxnSpMk id="137" creationId="{767D1D3D-4C63-CCFB-BA6B-6E1A4AC1FF98}"/>
          </ac:cxnSpMkLst>
        </pc:cxnChg>
        <pc:cxnChg chg="mod">
          <ac:chgData name="Mendez Carlos" userId="84e78187-913b-427f-849f-35d0b8b45274" providerId="ADAL" clId="{5FE48BE2-3E06-492D-B1D5-7E21CFBE6F15}" dt="2024-12-05T22:48:03.497" v="0" actId="478"/>
          <ac:cxnSpMkLst>
            <pc:docMk/>
            <pc:sldMk cId="0" sldId="262"/>
            <ac:cxnSpMk id="138" creationId="{5BBDB8BD-3C91-EB8A-5C5C-149A3CEA32E6}"/>
          </ac:cxnSpMkLst>
        </pc:cxnChg>
        <pc:cxnChg chg="mod">
          <ac:chgData name="Mendez Carlos" userId="84e78187-913b-427f-849f-35d0b8b45274" providerId="ADAL" clId="{5FE48BE2-3E06-492D-B1D5-7E21CFBE6F15}" dt="2024-12-05T22:48:03.497" v="0" actId="478"/>
          <ac:cxnSpMkLst>
            <pc:docMk/>
            <pc:sldMk cId="0" sldId="262"/>
            <ac:cxnSpMk id="139" creationId="{A45C67E5-BC22-7D0D-5F14-3C2701922649}"/>
          </ac:cxnSpMkLst>
        </pc:cxnChg>
        <pc:cxnChg chg="mod">
          <ac:chgData name="Mendez Carlos" userId="84e78187-913b-427f-849f-35d0b8b45274" providerId="ADAL" clId="{5FE48BE2-3E06-492D-B1D5-7E21CFBE6F15}" dt="2024-12-05T22:48:03.497" v="0" actId="478"/>
          <ac:cxnSpMkLst>
            <pc:docMk/>
            <pc:sldMk cId="0" sldId="262"/>
            <ac:cxnSpMk id="140" creationId="{FDD22B4E-ED9D-A4EC-9062-EF3892A7C101}"/>
          </ac:cxnSpMkLst>
        </pc:cxnChg>
        <pc:cxnChg chg="mod">
          <ac:chgData name="Mendez Carlos" userId="84e78187-913b-427f-849f-35d0b8b45274" providerId="ADAL" clId="{5FE48BE2-3E06-492D-B1D5-7E21CFBE6F15}" dt="2024-12-05T22:48:03.497" v="0" actId="478"/>
          <ac:cxnSpMkLst>
            <pc:docMk/>
            <pc:sldMk cId="0" sldId="262"/>
            <ac:cxnSpMk id="141" creationId="{06ED9CDE-31FE-427B-45E5-615CC7C35774}"/>
          </ac:cxnSpMkLst>
        </pc:cxnChg>
        <pc:cxnChg chg="mod">
          <ac:chgData name="Mendez Carlos" userId="84e78187-913b-427f-849f-35d0b8b45274" providerId="ADAL" clId="{5FE48BE2-3E06-492D-B1D5-7E21CFBE6F15}" dt="2024-12-05T22:48:03.497" v="0" actId="478"/>
          <ac:cxnSpMkLst>
            <pc:docMk/>
            <pc:sldMk cId="0" sldId="262"/>
            <ac:cxnSpMk id="142" creationId="{0C3A9286-B811-0443-4396-A1AD7E3B2932}"/>
          </ac:cxnSpMkLst>
        </pc:cxnChg>
        <pc:cxnChg chg="mod">
          <ac:chgData name="Mendez Carlos" userId="84e78187-913b-427f-849f-35d0b8b45274" providerId="ADAL" clId="{5FE48BE2-3E06-492D-B1D5-7E21CFBE6F15}" dt="2024-12-05T22:48:03.497" v="0" actId="478"/>
          <ac:cxnSpMkLst>
            <pc:docMk/>
            <pc:sldMk cId="0" sldId="262"/>
            <ac:cxnSpMk id="143" creationId="{3E73871E-50A4-212D-E97A-E78A2A7CCBF5}"/>
          </ac:cxnSpMkLst>
        </pc:cxnChg>
        <pc:cxnChg chg="mod">
          <ac:chgData name="Mendez Carlos" userId="84e78187-913b-427f-849f-35d0b8b45274" providerId="ADAL" clId="{5FE48BE2-3E06-492D-B1D5-7E21CFBE6F15}" dt="2024-12-05T22:48:03.497" v="0" actId="478"/>
          <ac:cxnSpMkLst>
            <pc:docMk/>
            <pc:sldMk cId="0" sldId="262"/>
            <ac:cxnSpMk id="145" creationId="{A305B325-705D-1E25-4CDE-FF9B4661E05B}"/>
          </ac:cxnSpMkLst>
        </pc:cxnChg>
        <pc:cxnChg chg="mod">
          <ac:chgData name="Mendez Carlos" userId="84e78187-913b-427f-849f-35d0b8b45274" providerId="ADAL" clId="{5FE48BE2-3E06-492D-B1D5-7E21CFBE6F15}" dt="2024-12-05T22:48:03.497" v="0" actId="478"/>
          <ac:cxnSpMkLst>
            <pc:docMk/>
            <pc:sldMk cId="0" sldId="262"/>
            <ac:cxnSpMk id="147" creationId="{F678451A-9C69-7A29-4253-24120D0C49AA}"/>
          </ac:cxnSpMkLst>
        </pc:cxnChg>
        <pc:cxnChg chg="mod">
          <ac:chgData name="Mendez Carlos" userId="84e78187-913b-427f-849f-35d0b8b45274" providerId="ADAL" clId="{5FE48BE2-3E06-492D-B1D5-7E21CFBE6F15}" dt="2024-12-05T22:48:03.497" v="0" actId="478"/>
          <ac:cxnSpMkLst>
            <pc:docMk/>
            <pc:sldMk cId="0" sldId="262"/>
            <ac:cxnSpMk id="148" creationId="{31872383-E63A-A9C7-542B-5F771E74ECED}"/>
          </ac:cxnSpMkLst>
        </pc:cxnChg>
        <pc:cxnChg chg="mod">
          <ac:chgData name="Mendez Carlos" userId="84e78187-913b-427f-849f-35d0b8b45274" providerId="ADAL" clId="{5FE48BE2-3E06-492D-B1D5-7E21CFBE6F15}" dt="2024-12-05T22:48:03.497" v="0" actId="478"/>
          <ac:cxnSpMkLst>
            <pc:docMk/>
            <pc:sldMk cId="0" sldId="262"/>
            <ac:cxnSpMk id="149" creationId="{4588E61F-BAC3-B33A-3011-BCDD500EA41F}"/>
          </ac:cxnSpMkLst>
        </pc:cxnChg>
        <pc:cxnChg chg="mod">
          <ac:chgData name="Mendez Carlos" userId="84e78187-913b-427f-849f-35d0b8b45274" providerId="ADAL" clId="{5FE48BE2-3E06-492D-B1D5-7E21CFBE6F15}" dt="2024-12-05T22:48:03.497" v="0" actId="478"/>
          <ac:cxnSpMkLst>
            <pc:docMk/>
            <pc:sldMk cId="0" sldId="262"/>
            <ac:cxnSpMk id="153" creationId="{1AB24D7B-13C5-64A8-54E5-8E5A4A898F99}"/>
          </ac:cxnSpMkLst>
        </pc:cxnChg>
        <pc:cxnChg chg="mod">
          <ac:chgData name="Mendez Carlos" userId="84e78187-913b-427f-849f-35d0b8b45274" providerId="ADAL" clId="{5FE48BE2-3E06-492D-B1D5-7E21CFBE6F15}" dt="2024-12-05T22:48:03.497" v="0" actId="478"/>
          <ac:cxnSpMkLst>
            <pc:docMk/>
            <pc:sldMk cId="0" sldId="262"/>
            <ac:cxnSpMk id="279" creationId="{3BF23249-23A7-4923-49BA-223091E559D9}"/>
          </ac:cxnSpMkLst>
        </pc:cxnChg>
        <pc:cxnChg chg="del mod">
          <ac:chgData name="Mendez Carlos" userId="84e78187-913b-427f-849f-35d0b8b45274" providerId="ADAL" clId="{5FE48BE2-3E06-492D-B1D5-7E21CFBE6F15}" dt="2024-12-05T22:48:07.331" v="1" actId="478"/>
          <ac:cxnSpMkLst>
            <pc:docMk/>
            <pc:sldMk cId="0" sldId="262"/>
            <ac:cxnSpMk id="328" creationId="{9C18E7FA-EC8D-8DF1-32C5-2D186A81712D}"/>
          </ac:cxnSpMkLst>
        </pc:cxnChg>
        <pc:cxnChg chg="mod">
          <ac:chgData name="Mendez Carlos" userId="84e78187-913b-427f-849f-35d0b8b45274" providerId="ADAL" clId="{5FE48BE2-3E06-492D-B1D5-7E21CFBE6F15}" dt="2024-12-05T22:48:03.497" v="0" actId="478"/>
          <ac:cxnSpMkLst>
            <pc:docMk/>
            <pc:sldMk cId="0" sldId="262"/>
            <ac:cxnSpMk id="437" creationId="{FD0C1931-58FD-CDFB-A7B8-55F972F75880}"/>
          </ac:cxnSpMkLst>
        </pc:cxnChg>
        <pc:cxnChg chg="mod">
          <ac:chgData name="Mendez Carlos" userId="84e78187-913b-427f-849f-35d0b8b45274" providerId="ADAL" clId="{5FE48BE2-3E06-492D-B1D5-7E21CFBE6F15}" dt="2024-12-05T22:48:03.497" v="0" actId="478"/>
          <ac:cxnSpMkLst>
            <pc:docMk/>
            <pc:sldMk cId="0" sldId="262"/>
            <ac:cxnSpMk id="473" creationId="{AF46118B-C043-B36B-FAF4-9FE05CFC0C0F}"/>
          </ac:cxnSpMkLst>
        </pc:cxnChg>
        <pc:cxnChg chg="mod">
          <ac:chgData name="Mendez Carlos" userId="84e78187-913b-427f-849f-35d0b8b45274" providerId="ADAL" clId="{5FE48BE2-3E06-492D-B1D5-7E21CFBE6F15}" dt="2024-12-05T22:48:03.497" v="0" actId="478"/>
          <ac:cxnSpMkLst>
            <pc:docMk/>
            <pc:sldMk cId="0" sldId="262"/>
            <ac:cxnSpMk id="476" creationId="{0C821CAE-48BA-4873-AB42-31FDBC30E7F7}"/>
          </ac:cxnSpMkLst>
        </pc:cxnChg>
        <pc:cxnChg chg="mod">
          <ac:chgData name="Mendez Carlos" userId="84e78187-913b-427f-849f-35d0b8b45274" providerId="ADAL" clId="{5FE48BE2-3E06-492D-B1D5-7E21CFBE6F15}" dt="2024-12-05T22:48:03.497" v="0" actId="478"/>
          <ac:cxnSpMkLst>
            <pc:docMk/>
            <pc:sldMk cId="0" sldId="262"/>
            <ac:cxnSpMk id="488" creationId="{FF0665C2-7CFB-1AE2-2111-3E90499F3932}"/>
          </ac:cxnSpMkLst>
        </pc:cxnChg>
      </pc:sldChg>
      <pc:sldChg chg="addSp modSp mod">
        <pc:chgData name="Mendez Carlos" userId="84e78187-913b-427f-849f-35d0b8b45274" providerId="ADAL" clId="{5FE48BE2-3E06-492D-B1D5-7E21CFBE6F15}" dt="2024-12-05T23:47:18.383" v="748" actId="14100"/>
        <pc:sldMkLst>
          <pc:docMk/>
          <pc:sldMk cId="0" sldId="270"/>
        </pc:sldMkLst>
        <pc:picChg chg="add mod">
          <ac:chgData name="Mendez Carlos" userId="84e78187-913b-427f-849f-35d0b8b45274" providerId="ADAL" clId="{5FE48BE2-3E06-492D-B1D5-7E21CFBE6F15}" dt="2024-12-05T23:47:18.383" v="748" actId="14100"/>
          <ac:picMkLst>
            <pc:docMk/>
            <pc:sldMk cId="0" sldId="270"/>
            <ac:picMk id="3" creationId="{A8284D71-2E1A-D1C8-5745-B62CA46E2DBE}"/>
          </ac:picMkLst>
        </pc:picChg>
      </pc:sldChg>
      <pc:sldChg chg="del">
        <pc:chgData name="Mendez Carlos" userId="84e78187-913b-427f-849f-35d0b8b45274" providerId="ADAL" clId="{5FE48BE2-3E06-492D-B1D5-7E21CFBE6F15}" dt="2024-12-05T22:48:41.013" v="4" actId="47"/>
        <pc:sldMkLst>
          <pc:docMk/>
          <pc:sldMk cId="586045221" sldId="271"/>
        </pc:sldMkLst>
      </pc:sldChg>
      <pc:sldChg chg="addSp delSp modSp new mod">
        <pc:chgData name="Mendez Carlos" userId="84e78187-913b-427f-849f-35d0b8b45274" providerId="ADAL" clId="{5FE48BE2-3E06-492D-B1D5-7E21CFBE6F15}" dt="2024-12-05T23:33:40.416" v="726" actId="1076"/>
        <pc:sldMkLst>
          <pc:docMk/>
          <pc:sldMk cId="1004921613" sldId="271"/>
        </pc:sldMkLst>
        <pc:spChg chg="del">
          <ac:chgData name="Mendez Carlos" userId="84e78187-913b-427f-849f-35d0b8b45274" providerId="ADAL" clId="{5FE48BE2-3E06-492D-B1D5-7E21CFBE6F15}" dt="2024-12-05T22:56:17.610" v="91" actId="478"/>
          <ac:spMkLst>
            <pc:docMk/>
            <pc:sldMk cId="1004921613" sldId="271"/>
            <ac:spMk id="2" creationId="{934F8F0F-32AB-F9A5-A7B5-B5BEEBC30B42}"/>
          </ac:spMkLst>
        </pc:spChg>
        <pc:spChg chg="del">
          <ac:chgData name="Mendez Carlos" userId="84e78187-913b-427f-849f-35d0b8b45274" providerId="ADAL" clId="{5FE48BE2-3E06-492D-B1D5-7E21CFBE6F15}" dt="2024-12-05T22:56:21.783" v="93" actId="478"/>
          <ac:spMkLst>
            <pc:docMk/>
            <pc:sldMk cId="1004921613" sldId="271"/>
            <ac:spMk id="3" creationId="{BC6942BE-9820-91DD-E27E-92573954CF9D}"/>
          </ac:spMkLst>
        </pc:spChg>
        <pc:spChg chg="del">
          <ac:chgData name="Mendez Carlos" userId="84e78187-913b-427f-849f-35d0b8b45274" providerId="ADAL" clId="{5FE48BE2-3E06-492D-B1D5-7E21CFBE6F15}" dt="2024-12-05T22:56:20.512" v="92" actId="478"/>
          <ac:spMkLst>
            <pc:docMk/>
            <pc:sldMk cId="1004921613" sldId="271"/>
            <ac:spMk id="4" creationId="{EB89F0E5-86E1-7804-2448-ADD6AA5AC783}"/>
          </ac:spMkLst>
        </pc:spChg>
        <pc:spChg chg="add mod">
          <ac:chgData name="Mendez Carlos" userId="84e78187-913b-427f-849f-35d0b8b45274" providerId="ADAL" clId="{5FE48BE2-3E06-492D-B1D5-7E21CFBE6F15}" dt="2024-12-05T23:00:25.760" v="201" actId="1076"/>
          <ac:spMkLst>
            <pc:docMk/>
            <pc:sldMk cId="1004921613" sldId="271"/>
            <ac:spMk id="7" creationId="{AC40892A-DAB5-714F-A643-7505A5D4705C}"/>
          </ac:spMkLst>
        </pc:spChg>
        <pc:picChg chg="add mod">
          <ac:chgData name="Mendez Carlos" userId="84e78187-913b-427f-849f-35d0b8b45274" providerId="ADAL" clId="{5FE48BE2-3E06-492D-B1D5-7E21CFBE6F15}" dt="2024-12-05T23:33:40.416" v="726" actId="1076"/>
          <ac:picMkLst>
            <pc:docMk/>
            <pc:sldMk cId="1004921613" sldId="271"/>
            <ac:picMk id="6" creationId="{E3AA4A36-CE3E-C4B0-39AA-01CA7DFF1E93}"/>
          </ac:picMkLst>
        </pc:picChg>
        <pc:picChg chg="add mod">
          <ac:chgData name="Mendez Carlos" userId="84e78187-913b-427f-849f-35d0b8b45274" providerId="ADAL" clId="{5FE48BE2-3E06-492D-B1D5-7E21CFBE6F15}" dt="2024-12-05T23:33:33.321" v="723" actId="1076"/>
          <ac:picMkLst>
            <pc:docMk/>
            <pc:sldMk cId="1004921613" sldId="271"/>
            <ac:picMk id="9" creationId="{B00C5968-58D5-709C-A5FE-4F080D64237F}"/>
          </ac:picMkLst>
        </pc:picChg>
      </pc:sldChg>
      <pc:sldChg chg="del">
        <pc:chgData name="Mendez Carlos" userId="84e78187-913b-427f-849f-35d0b8b45274" providerId="ADAL" clId="{5FE48BE2-3E06-492D-B1D5-7E21CFBE6F15}" dt="2024-12-05T22:48:44.700" v="8" actId="47"/>
        <pc:sldMkLst>
          <pc:docMk/>
          <pc:sldMk cId="2802451294" sldId="272"/>
        </pc:sldMkLst>
      </pc:sldChg>
      <pc:sldChg chg="addSp delSp modSp add mod">
        <pc:chgData name="Mendez Carlos" userId="84e78187-913b-427f-849f-35d0b8b45274" providerId="ADAL" clId="{5FE48BE2-3E06-492D-B1D5-7E21CFBE6F15}" dt="2024-12-05T23:27:58.847" v="686" actId="1076"/>
        <pc:sldMkLst>
          <pc:docMk/>
          <pc:sldMk cId="3007610927" sldId="272"/>
        </pc:sldMkLst>
        <pc:spChg chg="mod">
          <ac:chgData name="Mendez Carlos" userId="84e78187-913b-427f-849f-35d0b8b45274" providerId="ADAL" clId="{5FE48BE2-3E06-492D-B1D5-7E21CFBE6F15}" dt="2024-12-05T23:08:31.713" v="318" actId="20577"/>
          <ac:spMkLst>
            <pc:docMk/>
            <pc:sldMk cId="3007610927" sldId="272"/>
            <ac:spMk id="7" creationId="{AC40892A-DAB5-714F-A643-7505A5D4705C}"/>
          </ac:spMkLst>
        </pc:spChg>
        <pc:picChg chg="add del mod">
          <ac:chgData name="Mendez Carlos" userId="84e78187-913b-427f-849f-35d0b8b45274" providerId="ADAL" clId="{5FE48BE2-3E06-492D-B1D5-7E21CFBE6F15}" dt="2024-12-05T23:05:04.075" v="267" actId="21"/>
          <ac:picMkLst>
            <pc:docMk/>
            <pc:sldMk cId="3007610927" sldId="272"/>
            <ac:picMk id="3" creationId="{93115886-0702-284C-3C01-F01B179AB296}"/>
          </ac:picMkLst>
        </pc:picChg>
        <pc:picChg chg="add mod">
          <ac:chgData name="Mendez Carlos" userId="84e78187-913b-427f-849f-35d0b8b45274" providerId="ADAL" clId="{5FE48BE2-3E06-492D-B1D5-7E21CFBE6F15}" dt="2024-12-05T23:27:58.847" v="686" actId="1076"/>
          <ac:picMkLst>
            <pc:docMk/>
            <pc:sldMk cId="3007610927" sldId="272"/>
            <ac:picMk id="5" creationId="{FECEEB4B-2509-5EFE-CA8F-42B31F2FB501}"/>
          </ac:picMkLst>
        </pc:picChg>
        <pc:picChg chg="del">
          <ac:chgData name="Mendez Carlos" userId="84e78187-913b-427f-849f-35d0b8b45274" providerId="ADAL" clId="{5FE48BE2-3E06-492D-B1D5-7E21CFBE6F15}" dt="2024-12-05T22:59:05.268" v="140" actId="478"/>
          <ac:picMkLst>
            <pc:docMk/>
            <pc:sldMk cId="3007610927" sldId="272"/>
            <ac:picMk id="6" creationId="{E3AA4A36-CE3E-C4B0-39AA-01CA7DFF1E93}"/>
          </ac:picMkLst>
        </pc:picChg>
        <pc:picChg chg="del">
          <ac:chgData name="Mendez Carlos" userId="84e78187-913b-427f-849f-35d0b8b45274" providerId="ADAL" clId="{5FE48BE2-3E06-492D-B1D5-7E21CFBE6F15}" dt="2024-12-05T22:59:05.268" v="140" actId="478"/>
          <ac:picMkLst>
            <pc:docMk/>
            <pc:sldMk cId="3007610927" sldId="272"/>
            <ac:picMk id="9" creationId="{B00C5968-58D5-709C-A5FE-4F080D64237F}"/>
          </ac:picMkLst>
        </pc:picChg>
      </pc:sldChg>
      <pc:sldChg chg="del">
        <pc:chgData name="Mendez Carlos" userId="84e78187-913b-427f-849f-35d0b8b45274" providerId="ADAL" clId="{5FE48BE2-3E06-492D-B1D5-7E21CFBE6F15}" dt="2024-12-05T22:48:43.076" v="6" actId="47"/>
        <pc:sldMkLst>
          <pc:docMk/>
          <pc:sldMk cId="880713558" sldId="273"/>
        </pc:sldMkLst>
      </pc:sldChg>
      <pc:sldChg chg="addSp delSp modSp new mod ord">
        <pc:chgData name="Mendez Carlos" userId="84e78187-913b-427f-849f-35d0b8b45274" providerId="ADAL" clId="{5FE48BE2-3E06-492D-B1D5-7E21CFBE6F15}" dt="2024-12-05T23:27:43.974" v="685" actId="1076"/>
        <pc:sldMkLst>
          <pc:docMk/>
          <pc:sldMk cId="1796353642" sldId="273"/>
        </pc:sldMkLst>
        <pc:spChg chg="del">
          <ac:chgData name="Mendez Carlos" userId="84e78187-913b-427f-849f-35d0b8b45274" providerId="ADAL" clId="{5FE48BE2-3E06-492D-B1D5-7E21CFBE6F15}" dt="2024-12-05T23:01:46.814" v="205" actId="478"/>
          <ac:spMkLst>
            <pc:docMk/>
            <pc:sldMk cId="1796353642" sldId="273"/>
            <ac:spMk id="2" creationId="{F29B2E96-C6EB-3444-761C-75D6B8AE5447}"/>
          </ac:spMkLst>
        </pc:spChg>
        <pc:spChg chg="del">
          <ac:chgData name="Mendez Carlos" userId="84e78187-913b-427f-849f-35d0b8b45274" providerId="ADAL" clId="{5FE48BE2-3E06-492D-B1D5-7E21CFBE6F15}" dt="2024-12-05T23:01:46.814" v="205" actId="478"/>
          <ac:spMkLst>
            <pc:docMk/>
            <pc:sldMk cId="1796353642" sldId="273"/>
            <ac:spMk id="3" creationId="{7544F9D3-C90F-0F1E-0BF9-8D2CC4F1DCC1}"/>
          </ac:spMkLst>
        </pc:spChg>
        <pc:spChg chg="del">
          <ac:chgData name="Mendez Carlos" userId="84e78187-913b-427f-849f-35d0b8b45274" providerId="ADAL" clId="{5FE48BE2-3E06-492D-B1D5-7E21CFBE6F15}" dt="2024-12-05T23:01:46.814" v="205" actId="478"/>
          <ac:spMkLst>
            <pc:docMk/>
            <pc:sldMk cId="1796353642" sldId="273"/>
            <ac:spMk id="4" creationId="{4B687289-DA09-55E6-AF32-D1EA343CF22F}"/>
          </ac:spMkLst>
        </pc:spChg>
        <pc:spChg chg="add mod">
          <ac:chgData name="Mendez Carlos" userId="84e78187-913b-427f-849f-35d0b8b45274" providerId="ADAL" clId="{5FE48BE2-3E06-492D-B1D5-7E21CFBE6F15}" dt="2024-12-05T23:09:56.108" v="375" actId="20577"/>
          <ac:spMkLst>
            <pc:docMk/>
            <pc:sldMk cId="1796353642" sldId="273"/>
            <ac:spMk id="7" creationId="{C4641713-92EB-94D1-C713-DF282F3F767C}"/>
          </ac:spMkLst>
        </pc:spChg>
        <pc:picChg chg="add mod">
          <ac:chgData name="Mendez Carlos" userId="84e78187-913b-427f-849f-35d0b8b45274" providerId="ADAL" clId="{5FE48BE2-3E06-492D-B1D5-7E21CFBE6F15}" dt="2024-12-05T23:27:43.974" v="685" actId="1076"/>
          <ac:picMkLst>
            <pc:docMk/>
            <pc:sldMk cId="1796353642" sldId="273"/>
            <ac:picMk id="6" creationId="{598CCBB0-FCF0-749B-A622-382EF651D167}"/>
          </ac:picMkLst>
        </pc:picChg>
        <pc:picChg chg="add mod">
          <ac:chgData name="Mendez Carlos" userId="84e78187-913b-427f-849f-35d0b8b45274" providerId="ADAL" clId="{5FE48BE2-3E06-492D-B1D5-7E21CFBE6F15}" dt="2024-12-05T23:27:42.141" v="684" actId="1076"/>
          <ac:picMkLst>
            <pc:docMk/>
            <pc:sldMk cId="1796353642" sldId="273"/>
            <ac:picMk id="9" creationId="{31A99B07-ECA8-91F4-18B2-CF01EEA6F59F}"/>
          </ac:picMkLst>
        </pc:picChg>
      </pc:sldChg>
      <pc:sldChg chg="del">
        <pc:chgData name="Mendez Carlos" userId="84e78187-913b-427f-849f-35d0b8b45274" providerId="ADAL" clId="{5FE48BE2-3E06-492D-B1D5-7E21CFBE6F15}" dt="2024-12-05T22:48:41.013" v="4" actId="47"/>
        <pc:sldMkLst>
          <pc:docMk/>
          <pc:sldMk cId="1872118207" sldId="274"/>
        </pc:sldMkLst>
      </pc:sldChg>
      <pc:sldChg chg="addSp delSp modSp new mod ord">
        <pc:chgData name="Mendez Carlos" userId="84e78187-913b-427f-849f-35d0b8b45274" providerId="ADAL" clId="{5FE48BE2-3E06-492D-B1D5-7E21CFBE6F15}" dt="2024-12-05T23:33:47.872" v="743" actId="1036"/>
        <pc:sldMkLst>
          <pc:docMk/>
          <pc:sldMk cId="3448405592" sldId="274"/>
        </pc:sldMkLst>
        <pc:spChg chg="del">
          <ac:chgData name="Mendez Carlos" userId="84e78187-913b-427f-849f-35d0b8b45274" providerId="ADAL" clId="{5FE48BE2-3E06-492D-B1D5-7E21CFBE6F15}" dt="2024-12-05T23:03:24.986" v="241" actId="478"/>
          <ac:spMkLst>
            <pc:docMk/>
            <pc:sldMk cId="3448405592" sldId="274"/>
            <ac:spMk id="2" creationId="{89C3C25E-C494-CFD7-F6F9-F91337AA3F06}"/>
          </ac:spMkLst>
        </pc:spChg>
        <pc:spChg chg="del">
          <ac:chgData name="Mendez Carlos" userId="84e78187-913b-427f-849f-35d0b8b45274" providerId="ADAL" clId="{5FE48BE2-3E06-492D-B1D5-7E21CFBE6F15}" dt="2024-12-05T23:03:27.334" v="242" actId="478"/>
          <ac:spMkLst>
            <pc:docMk/>
            <pc:sldMk cId="3448405592" sldId="274"/>
            <ac:spMk id="3" creationId="{A02606F5-DAE7-41E8-5C61-46C1E230ACE4}"/>
          </ac:spMkLst>
        </pc:spChg>
        <pc:spChg chg="del">
          <ac:chgData name="Mendez Carlos" userId="84e78187-913b-427f-849f-35d0b8b45274" providerId="ADAL" clId="{5FE48BE2-3E06-492D-B1D5-7E21CFBE6F15}" dt="2024-12-05T23:03:21.080" v="240" actId="478"/>
          <ac:spMkLst>
            <pc:docMk/>
            <pc:sldMk cId="3448405592" sldId="274"/>
            <ac:spMk id="4" creationId="{2E3D52D2-7127-BF8E-7A57-52368C96F535}"/>
          </ac:spMkLst>
        </pc:spChg>
        <pc:spChg chg="add mod">
          <ac:chgData name="Mendez Carlos" userId="84e78187-913b-427f-849f-35d0b8b45274" providerId="ADAL" clId="{5FE48BE2-3E06-492D-B1D5-7E21CFBE6F15}" dt="2024-12-05T23:13:25.640" v="491" actId="20577"/>
          <ac:spMkLst>
            <pc:docMk/>
            <pc:sldMk cId="3448405592" sldId="274"/>
            <ac:spMk id="5" creationId="{562CDE33-DD3F-9237-55C4-2B0ED45ED23F}"/>
          </ac:spMkLst>
        </pc:spChg>
        <pc:picChg chg="add mod">
          <ac:chgData name="Mendez Carlos" userId="84e78187-913b-427f-849f-35d0b8b45274" providerId="ADAL" clId="{5FE48BE2-3E06-492D-B1D5-7E21CFBE6F15}" dt="2024-12-05T23:33:47.872" v="743" actId="1036"/>
          <ac:picMkLst>
            <pc:docMk/>
            <pc:sldMk cId="3448405592" sldId="274"/>
            <ac:picMk id="6" creationId="{93115886-0702-284C-3C01-F01B179AB296}"/>
          </ac:picMkLst>
        </pc:picChg>
        <pc:picChg chg="add mod">
          <ac:chgData name="Mendez Carlos" userId="84e78187-913b-427f-849f-35d0b8b45274" providerId="ADAL" clId="{5FE48BE2-3E06-492D-B1D5-7E21CFBE6F15}" dt="2024-12-05T23:33:47.872" v="743" actId="1036"/>
          <ac:picMkLst>
            <pc:docMk/>
            <pc:sldMk cId="3448405592" sldId="274"/>
            <ac:picMk id="8" creationId="{4F96E833-6D37-8AC1-B645-E2F74DB23229}"/>
          </ac:picMkLst>
        </pc:picChg>
      </pc:sldChg>
      <pc:sldChg chg="addSp delSp modSp new mod">
        <pc:chgData name="Mendez Carlos" userId="84e78187-913b-427f-849f-35d0b8b45274" providerId="ADAL" clId="{5FE48BE2-3E06-492D-B1D5-7E21CFBE6F15}" dt="2024-12-05T23:28:02.828" v="687" actId="1076"/>
        <pc:sldMkLst>
          <pc:docMk/>
          <pc:sldMk cId="3013279469" sldId="275"/>
        </pc:sldMkLst>
        <pc:spChg chg="del">
          <ac:chgData name="Mendez Carlos" userId="84e78187-913b-427f-849f-35d0b8b45274" providerId="ADAL" clId="{5FE48BE2-3E06-492D-B1D5-7E21CFBE6F15}" dt="2024-12-05T23:11:55.533" v="382" actId="478"/>
          <ac:spMkLst>
            <pc:docMk/>
            <pc:sldMk cId="3013279469" sldId="275"/>
            <ac:spMk id="2" creationId="{77B97B18-2512-FDA4-01F4-E80A92ED1231}"/>
          </ac:spMkLst>
        </pc:spChg>
        <pc:spChg chg="del">
          <ac:chgData name="Mendez Carlos" userId="84e78187-913b-427f-849f-35d0b8b45274" providerId="ADAL" clId="{5FE48BE2-3E06-492D-B1D5-7E21CFBE6F15}" dt="2024-12-05T23:12:01.209" v="383" actId="478"/>
          <ac:spMkLst>
            <pc:docMk/>
            <pc:sldMk cId="3013279469" sldId="275"/>
            <ac:spMk id="3" creationId="{F679530A-EA84-014D-94D7-2D24710BAE81}"/>
          </ac:spMkLst>
        </pc:spChg>
        <pc:spChg chg="del">
          <ac:chgData name="Mendez Carlos" userId="84e78187-913b-427f-849f-35d0b8b45274" providerId="ADAL" clId="{5FE48BE2-3E06-492D-B1D5-7E21CFBE6F15}" dt="2024-12-05T23:11:53.639" v="381" actId="478"/>
          <ac:spMkLst>
            <pc:docMk/>
            <pc:sldMk cId="3013279469" sldId="275"/>
            <ac:spMk id="4" creationId="{A53C2B9A-D130-C137-524D-3C41C32147DE}"/>
          </ac:spMkLst>
        </pc:spChg>
        <pc:spChg chg="add mod">
          <ac:chgData name="Mendez Carlos" userId="84e78187-913b-427f-849f-35d0b8b45274" providerId="ADAL" clId="{5FE48BE2-3E06-492D-B1D5-7E21CFBE6F15}" dt="2024-12-05T23:12:42.272" v="448" actId="20577"/>
          <ac:spMkLst>
            <pc:docMk/>
            <pc:sldMk cId="3013279469" sldId="275"/>
            <ac:spMk id="7" creationId="{DB8C5077-A9E7-AFD2-307A-76811AEE6D4B}"/>
          </ac:spMkLst>
        </pc:spChg>
        <pc:picChg chg="add mod">
          <ac:chgData name="Mendez Carlos" userId="84e78187-913b-427f-849f-35d0b8b45274" providerId="ADAL" clId="{5FE48BE2-3E06-492D-B1D5-7E21CFBE6F15}" dt="2024-12-05T23:28:02.828" v="687" actId="1076"/>
          <ac:picMkLst>
            <pc:docMk/>
            <pc:sldMk cId="3013279469" sldId="275"/>
            <ac:picMk id="6" creationId="{E3D8D62D-5E86-625C-BFCD-6C7ED7C096E0}"/>
          </ac:picMkLst>
        </pc:picChg>
      </pc:sldChg>
      <pc:sldChg chg="del">
        <pc:chgData name="Mendez Carlos" userId="84e78187-913b-427f-849f-35d0b8b45274" providerId="ADAL" clId="{5FE48BE2-3E06-492D-B1D5-7E21CFBE6F15}" dt="2024-12-05T22:48:41.013" v="4" actId="47"/>
        <pc:sldMkLst>
          <pc:docMk/>
          <pc:sldMk cId="3192064348" sldId="275"/>
        </pc:sldMkLst>
      </pc:sldChg>
      <pc:sldChg chg="addSp delSp modSp new mod">
        <pc:chgData name="Mendez Carlos" userId="84e78187-913b-427f-849f-35d0b8b45274" providerId="ADAL" clId="{5FE48BE2-3E06-492D-B1D5-7E21CFBE6F15}" dt="2024-12-05T23:31:41.916" v="720" actId="14100"/>
        <pc:sldMkLst>
          <pc:docMk/>
          <pc:sldMk cId="990419286" sldId="276"/>
        </pc:sldMkLst>
        <pc:spChg chg="del">
          <ac:chgData name="Mendez Carlos" userId="84e78187-913b-427f-849f-35d0b8b45274" providerId="ADAL" clId="{5FE48BE2-3E06-492D-B1D5-7E21CFBE6F15}" dt="2024-12-05T23:16:37.940" v="577" actId="478"/>
          <ac:spMkLst>
            <pc:docMk/>
            <pc:sldMk cId="990419286" sldId="276"/>
            <ac:spMk id="2" creationId="{65DA5AF2-2085-9F5C-1588-F295F1ED757F}"/>
          </ac:spMkLst>
        </pc:spChg>
        <pc:spChg chg="del">
          <ac:chgData name="Mendez Carlos" userId="84e78187-913b-427f-849f-35d0b8b45274" providerId="ADAL" clId="{5FE48BE2-3E06-492D-B1D5-7E21CFBE6F15}" dt="2024-12-05T23:16:33.613" v="575" actId="478"/>
          <ac:spMkLst>
            <pc:docMk/>
            <pc:sldMk cId="990419286" sldId="276"/>
            <ac:spMk id="3" creationId="{4344C284-7ED5-1579-0CE8-D311D3749338}"/>
          </ac:spMkLst>
        </pc:spChg>
        <pc:spChg chg="del">
          <ac:chgData name="Mendez Carlos" userId="84e78187-913b-427f-849f-35d0b8b45274" providerId="ADAL" clId="{5FE48BE2-3E06-492D-B1D5-7E21CFBE6F15}" dt="2024-12-05T23:16:35.808" v="576" actId="478"/>
          <ac:spMkLst>
            <pc:docMk/>
            <pc:sldMk cId="990419286" sldId="276"/>
            <ac:spMk id="4" creationId="{854F40CB-855E-C403-07E1-674B7B2519E2}"/>
          </ac:spMkLst>
        </pc:spChg>
        <pc:spChg chg="add mod">
          <ac:chgData name="Mendez Carlos" userId="84e78187-913b-427f-849f-35d0b8b45274" providerId="ADAL" clId="{5FE48BE2-3E06-492D-B1D5-7E21CFBE6F15}" dt="2024-12-05T23:19:40.328" v="628" actId="20577"/>
          <ac:spMkLst>
            <pc:docMk/>
            <pc:sldMk cId="990419286" sldId="276"/>
            <ac:spMk id="7" creationId="{F0F4D074-5B8C-2DC8-B785-A24049EE98F0}"/>
          </ac:spMkLst>
        </pc:spChg>
        <pc:picChg chg="add del mod modCrop">
          <ac:chgData name="Mendez Carlos" userId="84e78187-913b-427f-849f-35d0b8b45274" providerId="ADAL" clId="{5FE48BE2-3E06-492D-B1D5-7E21CFBE6F15}" dt="2024-12-05T23:30:56.002" v="716" actId="1076"/>
          <ac:picMkLst>
            <pc:docMk/>
            <pc:sldMk cId="990419286" sldId="276"/>
            <ac:picMk id="6" creationId="{D51C5B96-CD2A-8F5D-E1B6-2927B8AC76C8}"/>
          </ac:picMkLst>
        </pc:picChg>
        <pc:picChg chg="add mod">
          <ac:chgData name="Mendez Carlos" userId="84e78187-913b-427f-849f-35d0b8b45274" providerId="ADAL" clId="{5FE48BE2-3E06-492D-B1D5-7E21CFBE6F15}" dt="2024-12-05T23:30:58.937" v="717" actId="14100"/>
          <ac:picMkLst>
            <pc:docMk/>
            <pc:sldMk cId="990419286" sldId="276"/>
            <ac:picMk id="9" creationId="{4A731133-E751-323D-6228-5DEE18E35702}"/>
          </ac:picMkLst>
        </pc:picChg>
        <pc:picChg chg="add mod">
          <ac:chgData name="Mendez Carlos" userId="84e78187-913b-427f-849f-35d0b8b45274" providerId="ADAL" clId="{5FE48BE2-3E06-492D-B1D5-7E21CFBE6F15}" dt="2024-12-05T23:31:41.916" v="720" actId="14100"/>
          <ac:picMkLst>
            <pc:docMk/>
            <pc:sldMk cId="990419286" sldId="276"/>
            <ac:picMk id="11" creationId="{36144FE8-2B32-57D5-28F0-7904A042557B}"/>
          </ac:picMkLst>
        </pc:picChg>
      </pc:sldChg>
      <pc:sldChg chg="del">
        <pc:chgData name="Mendez Carlos" userId="84e78187-913b-427f-849f-35d0b8b45274" providerId="ADAL" clId="{5FE48BE2-3E06-492D-B1D5-7E21CFBE6F15}" dt="2024-12-05T22:48:41.013" v="4" actId="47"/>
        <pc:sldMkLst>
          <pc:docMk/>
          <pc:sldMk cId="2830722237" sldId="276"/>
        </pc:sldMkLst>
      </pc:sldChg>
      <pc:sldChg chg="addSp delSp modSp new mod">
        <pc:chgData name="Mendez Carlos" userId="84e78187-913b-427f-849f-35d0b8b45274" providerId="ADAL" clId="{5FE48BE2-3E06-492D-B1D5-7E21CFBE6F15}" dt="2024-12-05T23:30:48.466" v="714" actId="1076"/>
        <pc:sldMkLst>
          <pc:docMk/>
          <pc:sldMk cId="1251562712" sldId="277"/>
        </pc:sldMkLst>
        <pc:spChg chg="del">
          <ac:chgData name="Mendez Carlos" userId="84e78187-913b-427f-849f-35d0b8b45274" providerId="ADAL" clId="{5FE48BE2-3E06-492D-B1D5-7E21CFBE6F15}" dt="2024-12-05T23:21:27.939" v="634" actId="478"/>
          <ac:spMkLst>
            <pc:docMk/>
            <pc:sldMk cId="1251562712" sldId="277"/>
            <ac:spMk id="2" creationId="{C2BF47FC-CE0B-11F5-B38D-9C2348E3233F}"/>
          </ac:spMkLst>
        </pc:spChg>
        <pc:spChg chg="del">
          <ac:chgData name="Mendez Carlos" userId="84e78187-913b-427f-849f-35d0b8b45274" providerId="ADAL" clId="{5FE48BE2-3E06-492D-B1D5-7E21CFBE6F15}" dt="2024-12-05T23:21:30.686" v="635" actId="478"/>
          <ac:spMkLst>
            <pc:docMk/>
            <pc:sldMk cId="1251562712" sldId="277"/>
            <ac:spMk id="3" creationId="{13076DC2-7007-919C-68AB-8F96B129A02C}"/>
          </ac:spMkLst>
        </pc:spChg>
        <pc:spChg chg="del">
          <ac:chgData name="Mendez Carlos" userId="84e78187-913b-427f-849f-35d0b8b45274" providerId="ADAL" clId="{5FE48BE2-3E06-492D-B1D5-7E21CFBE6F15}" dt="2024-12-05T23:21:24.252" v="633" actId="478"/>
          <ac:spMkLst>
            <pc:docMk/>
            <pc:sldMk cId="1251562712" sldId="277"/>
            <ac:spMk id="4" creationId="{E4024F0D-E33E-8E2C-DE79-CB625AE9C536}"/>
          </ac:spMkLst>
        </pc:spChg>
        <pc:spChg chg="add mod">
          <ac:chgData name="Mendez Carlos" userId="84e78187-913b-427f-849f-35d0b8b45274" providerId="ADAL" clId="{5FE48BE2-3E06-492D-B1D5-7E21CFBE6F15}" dt="2024-12-05T23:22:26.689" v="642" actId="20577"/>
          <ac:spMkLst>
            <pc:docMk/>
            <pc:sldMk cId="1251562712" sldId="277"/>
            <ac:spMk id="7" creationId="{C2FC35AD-4984-468D-BD9A-1B269F8F8BEC}"/>
          </ac:spMkLst>
        </pc:spChg>
        <pc:picChg chg="add mod modCrop">
          <ac:chgData name="Mendez Carlos" userId="84e78187-913b-427f-849f-35d0b8b45274" providerId="ADAL" clId="{5FE48BE2-3E06-492D-B1D5-7E21CFBE6F15}" dt="2024-12-05T23:30:48.466" v="714" actId="1076"/>
          <ac:picMkLst>
            <pc:docMk/>
            <pc:sldMk cId="1251562712" sldId="277"/>
            <ac:picMk id="6" creationId="{E8FE0780-C98D-E731-2D94-B92B2A9961E9}"/>
          </ac:picMkLst>
        </pc:picChg>
      </pc:sldChg>
      <pc:sldChg chg="del">
        <pc:chgData name="Mendez Carlos" userId="84e78187-913b-427f-849f-35d0b8b45274" providerId="ADAL" clId="{5FE48BE2-3E06-492D-B1D5-7E21CFBE6F15}" dt="2024-12-05T22:48:41.013" v="4" actId="47"/>
        <pc:sldMkLst>
          <pc:docMk/>
          <pc:sldMk cId="1369777179" sldId="277"/>
        </pc:sldMkLst>
      </pc:sldChg>
      <pc:sldChg chg="del">
        <pc:chgData name="Mendez Carlos" userId="84e78187-913b-427f-849f-35d0b8b45274" providerId="ADAL" clId="{5FE48BE2-3E06-492D-B1D5-7E21CFBE6F15}" dt="2024-12-05T22:48:41.013" v="4" actId="47"/>
        <pc:sldMkLst>
          <pc:docMk/>
          <pc:sldMk cId="158762204" sldId="278"/>
        </pc:sldMkLst>
      </pc:sldChg>
      <pc:sldChg chg="addSp delSp modSp new mod">
        <pc:chgData name="Mendez Carlos" userId="84e78187-913b-427f-849f-35d0b8b45274" providerId="ADAL" clId="{5FE48BE2-3E06-492D-B1D5-7E21CFBE6F15}" dt="2024-12-05T23:27:29.784" v="683" actId="1076"/>
        <pc:sldMkLst>
          <pc:docMk/>
          <pc:sldMk cId="4140323596" sldId="278"/>
        </pc:sldMkLst>
        <pc:spChg chg="del">
          <ac:chgData name="Mendez Carlos" userId="84e78187-913b-427f-849f-35d0b8b45274" providerId="ADAL" clId="{5FE48BE2-3E06-492D-B1D5-7E21CFBE6F15}" dt="2024-12-05T23:23:38.669" v="646" actId="478"/>
          <ac:spMkLst>
            <pc:docMk/>
            <pc:sldMk cId="4140323596" sldId="278"/>
            <ac:spMk id="2" creationId="{A5C851F9-6C20-2182-51B0-3D5971A3CF94}"/>
          </ac:spMkLst>
        </pc:spChg>
        <pc:spChg chg="del">
          <ac:chgData name="Mendez Carlos" userId="84e78187-913b-427f-849f-35d0b8b45274" providerId="ADAL" clId="{5FE48BE2-3E06-492D-B1D5-7E21CFBE6F15}" dt="2024-12-05T23:23:44.532" v="648" actId="478"/>
          <ac:spMkLst>
            <pc:docMk/>
            <pc:sldMk cId="4140323596" sldId="278"/>
            <ac:spMk id="3" creationId="{925EE749-22A6-6A23-D273-81ABE84DC18C}"/>
          </ac:spMkLst>
        </pc:spChg>
        <pc:spChg chg="del">
          <ac:chgData name="Mendez Carlos" userId="84e78187-913b-427f-849f-35d0b8b45274" providerId="ADAL" clId="{5FE48BE2-3E06-492D-B1D5-7E21CFBE6F15}" dt="2024-12-05T23:23:40.823" v="647" actId="478"/>
          <ac:spMkLst>
            <pc:docMk/>
            <pc:sldMk cId="4140323596" sldId="278"/>
            <ac:spMk id="4" creationId="{0106188B-A491-BC09-ACFC-90D30BC8A547}"/>
          </ac:spMkLst>
        </pc:spChg>
        <pc:spChg chg="add mod">
          <ac:chgData name="Mendez Carlos" userId="84e78187-913b-427f-849f-35d0b8b45274" providerId="ADAL" clId="{5FE48BE2-3E06-492D-B1D5-7E21CFBE6F15}" dt="2024-12-05T23:24:15.580" v="672" actId="20577"/>
          <ac:spMkLst>
            <pc:docMk/>
            <pc:sldMk cId="4140323596" sldId="278"/>
            <ac:spMk id="9" creationId="{851ADB94-EA50-2CB8-3201-FD4F597B9905}"/>
          </ac:spMkLst>
        </pc:spChg>
        <pc:picChg chg="add mod">
          <ac:chgData name="Mendez Carlos" userId="84e78187-913b-427f-849f-35d0b8b45274" providerId="ADAL" clId="{5FE48BE2-3E06-492D-B1D5-7E21CFBE6F15}" dt="2024-12-05T23:27:20.816" v="681" actId="1076"/>
          <ac:picMkLst>
            <pc:docMk/>
            <pc:sldMk cId="4140323596" sldId="278"/>
            <ac:picMk id="6" creationId="{11CCA977-4625-5103-5CE6-D497F7DBF762}"/>
          </ac:picMkLst>
        </pc:picChg>
        <pc:picChg chg="add mod">
          <ac:chgData name="Mendez Carlos" userId="84e78187-913b-427f-849f-35d0b8b45274" providerId="ADAL" clId="{5FE48BE2-3E06-492D-B1D5-7E21CFBE6F15}" dt="2024-12-05T23:27:27.435" v="682" actId="1076"/>
          <ac:picMkLst>
            <pc:docMk/>
            <pc:sldMk cId="4140323596" sldId="278"/>
            <ac:picMk id="8" creationId="{2F31AB9E-543B-82E6-01FE-D4A0FD296FE3}"/>
          </ac:picMkLst>
        </pc:picChg>
        <pc:picChg chg="add mod">
          <ac:chgData name="Mendez Carlos" userId="84e78187-913b-427f-849f-35d0b8b45274" providerId="ADAL" clId="{5FE48BE2-3E06-492D-B1D5-7E21CFBE6F15}" dt="2024-12-05T23:27:29.784" v="683" actId="1076"/>
          <ac:picMkLst>
            <pc:docMk/>
            <pc:sldMk cId="4140323596" sldId="278"/>
            <ac:picMk id="11" creationId="{BF952253-D9A3-37F7-2DCF-1BAF1C8690C0}"/>
          </ac:picMkLst>
        </pc:picChg>
      </pc:sldChg>
      <pc:sldChg chg="addSp delSp modSp add mod">
        <pc:chgData name="Mendez Carlos" userId="84e78187-913b-427f-849f-35d0b8b45274" providerId="ADAL" clId="{5FE48BE2-3E06-492D-B1D5-7E21CFBE6F15}" dt="2024-12-05T23:31:50.757" v="721" actId="1076"/>
        <pc:sldMkLst>
          <pc:docMk/>
          <pc:sldMk cId="278980493" sldId="279"/>
        </pc:sldMkLst>
        <pc:spChg chg="mod">
          <ac:chgData name="Mendez Carlos" userId="84e78187-913b-427f-849f-35d0b8b45274" providerId="ADAL" clId="{5FE48BE2-3E06-492D-B1D5-7E21CFBE6F15}" dt="2024-12-05T23:28:52.557" v="705" actId="20577"/>
          <ac:spMkLst>
            <pc:docMk/>
            <pc:sldMk cId="278980493" sldId="279"/>
            <ac:spMk id="9" creationId="{851ADB94-EA50-2CB8-3201-FD4F597B9905}"/>
          </ac:spMkLst>
        </pc:spChg>
        <pc:picChg chg="add mod">
          <ac:chgData name="Mendez Carlos" userId="84e78187-913b-427f-849f-35d0b8b45274" providerId="ADAL" clId="{5FE48BE2-3E06-492D-B1D5-7E21CFBE6F15}" dt="2024-12-05T23:29:42.253" v="709" actId="1076"/>
          <ac:picMkLst>
            <pc:docMk/>
            <pc:sldMk cId="278980493" sldId="279"/>
            <ac:picMk id="3" creationId="{5C519FE0-00BA-B740-9BB2-D5197AA72F34}"/>
          </ac:picMkLst>
        </pc:picChg>
        <pc:picChg chg="add mod">
          <ac:chgData name="Mendez Carlos" userId="84e78187-913b-427f-849f-35d0b8b45274" providerId="ADAL" clId="{5FE48BE2-3E06-492D-B1D5-7E21CFBE6F15}" dt="2024-12-05T23:31:50.757" v="721" actId="1076"/>
          <ac:picMkLst>
            <pc:docMk/>
            <pc:sldMk cId="278980493" sldId="279"/>
            <ac:picMk id="5" creationId="{79D7CCCB-0D3E-CD8D-F966-54D8C301F24C}"/>
          </ac:picMkLst>
        </pc:picChg>
        <pc:picChg chg="del">
          <ac:chgData name="Mendez Carlos" userId="84e78187-913b-427f-849f-35d0b8b45274" providerId="ADAL" clId="{5FE48BE2-3E06-492D-B1D5-7E21CFBE6F15}" dt="2024-12-05T23:28:47.415" v="695" actId="478"/>
          <ac:picMkLst>
            <pc:docMk/>
            <pc:sldMk cId="278980493" sldId="279"/>
            <ac:picMk id="6" creationId="{11CCA977-4625-5103-5CE6-D497F7DBF762}"/>
          </ac:picMkLst>
        </pc:picChg>
        <pc:picChg chg="del">
          <ac:chgData name="Mendez Carlos" userId="84e78187-913b-427f-849f-35d0b8b45274" providerId="ADAL" clId="{5FE48BE2-3E06-492D-B1D5-7E21CFBE6F15}" dt="2024-12-05T23:28:47.415" v="695" actId="478"/>
          <ac:picMkLst>
            <pc:docMk/>
            <pc:sldMk cId="278980493" sldId="279"/>
            <ac:picMk id="8" creationId="{2F31AB9E-543B-82E6-01FE-D4A0FD296FE3}"/>
          </ac:picMkLst>
        </pc:picChg>
        <pc:picChg chg="del">
          <ac:chgData name="Mendez Carlos" userId="84e78187-913b-427f-849f-35d0b8b45274" providerId="ADAL" clId="{5FE48BE2-3E06-492D-B1D5-7E21CFBE6F15}" dt="2024-12-05T23:28:47.415" v="695" actId="478"/>
          <ac:picMkLst>
            <pc:docMk/>
            <pc:sldMk cId="278980493" sldId="279"/>
            <ac:picMk id="11" creationId="{BF952253-D9A3-37F7-2DCF-1BAF1C8690C0}"/>
          </ac:picMkLst>
        </pc:picChg>
      </pc:sldChg>
      <pc:sldChg chg="del">
        <pc:chgData name="Mendez Carlos" userId="84e78187-913b-427f-849f-35d0b8b45274" providerId="ADAL" clId="{5FE48BE2-3E06-492D-B1D5-7E21CFBE6F15}" dt="2024-12-05T22:48:42.099" v="5" actId="47"/>
        <pc:sldMkLst>
          <pc:docMk/>
          <pc:sldMk cId="929293492" sldId="280"/>
        </pc:sldMkLst>
      </pc:sldChg>
      <pc:sldChg chg="del">
        <pc:chgData name="Mendez Carlos" userId="84e78187-913b-427f-849f-35d0b8b45274" providerId="ADAL" clId="{5FE48BE2-3E06-492D-B1D5-7E21CFBE6F15}" dt="2024-12-05T22:48:43.600" v="7" actId="47"/>
        <pc:sldMkLst>
          <pc:docMk/>
          <pc:sldMk cId="3441775636" sldId="281"/>
        </pc:sldMkLst>
      </pc:sldChg>
      <pc:sldChg chg="del">
        <pc:chgData name="Mendez Carlos" userId="84e78187-913b-427f-849f-35d0b8b45274" providerId="ADAL" clId="{5FE48BE2-3E06-492D-B1D5-7E21CFBE6F15}" dt="2024-12-05T22:48:46.410" v="11" actId="47"/>
        <pc:sldMkLst>
          <pc:docMk/>
          <pc:sldMk cId="2681261248" sldId="282"/>
        </pc:sldMkLst>
      </pc:sldChg>
      <pc:sldChg chg="del">
        <pc:chgData name="Mendez Carlos" userId="84e78187-913b-427f-849f-35d0b8b45274" providerId="ADAL" clId="{5FE48BE2-3E06-492D-B1D5-7E21CFBE6F15}" dt="2024-12-05T22:48:45.142" v="9" actId="47"/>
        <pc:sldMkLst>
          <pc:docMk/>
          <pc:sldMk cId="3392477364" sldId="283"/>
        </pc:sldMkLst>
      </pc:sldChg>
      <pc:sldChg chg="del">
        <pc:chgData name="Mendez Carlos" userId="84e78187-913b-427f-849f-35d0b8b45274" providerId="ADAL" clId="{5FE48BE2-3E06-492D-B1D5-7E21CFBE6F15}" dt="2024-12-05T22:48:45.902" v="10" actId="47"/>
        <pc:sldMkLst>
          <pc:docMk/>
          <pc:sldMk cId="3272213727" sldId="284"/>
        </pc:sldMkLst>
      </pc:sldChg>
      <pc:sldChg chg="del">
        <pc:chgData name="Mendez Carlos" userId="84e78187-913b-427f-849f-35d0b8b45274" providerId="ADAL" clId="{5FE48BE2-3E06-492D-B1D5-7E21CFBE6F15}" dt="2024-12-05T22:48:48.101" v="14" actId="47"/>
        <pc:sldMkLst>
          <pc:docMk/>
          <pc:sldMk cId="1407033125" sldId="285"/>
        </pc:sldMkLst>
      </pc:sldChg>
      <pc:sldChg chg="del">
        <pc:chgData name="Mendez Carlos" userId="84e78187-913b-427f-849f-35d0b8b45274" providerId="ADAL" clId="{5FE48BE2-3E06-492D-B1D5-7E21CFBE6F15}" dt="2024-12-05T22:48:46.878" v="12" actId="47"/>
        <pc:sldMkLst>
          <pc:docMk/>
          <pc:sldMk cId="565527406" sldId="286"/>
        </pc:sldMkLst>
      </pc:sldChg>
      <pc:sldChg chg="del">
        <pc:chgData name="Mendez Carlos" userId="84e78187-913b-427f-849f-35d0b8b45274" providerId="ADAL" clId="{5FE48BE2-3E06-492D-B1D5-7E21CFBE6F15}" dt="2024-12-05T22:48:47.511" v="13" actId="47"/>
        <pc:sldMkLst>
          <pc:docMk/>
          <pc:sldMk cId="4081352739" sldId="287"/>
        </pc:sldMkLst>
      </pc:sldChg>
      <pc:sldChg chg="del">
        <pc:chgData name="Mendez Carlos" userId="84e78187-913b-427f-849f-35d0b8b45274" providerId="ADAL" clId="{5FE48BE2-3E06-492D-B1D5-7E21CFBE6F15}" dt="2024-12-05T22:48:29.312" v="3" actId="47"/>
        <pc:sldMkLst>
          <pc:docMk/>
          <pc:sldMk cId="2281727813" sldId="288"/>
        </pc:sldMkLst>
      </pc:sldChg>
      <pc:sldChg chg="del">
        <pc:chgData name="Mendez Carlos" userId="84e78187-913b-427f-849f-35d0b8b45274" providerId="ADAL" clId="{5FE48BE2-3E06-492D-B1D5-7E21CFBE6F15}" dt="2024-12-05T22:48:29.312" v="3" actId="47"/>
        <pc:sldMkLst>
          <pc:docMk/>
          <pc:sldMk cId="1689363241" sldId="290"/>
        </pc:sldMkLst>
      </pc:sldChg>
      <pc:sldChg chg="del">
        <pc:chgData name="Mendez Carlos" userId="84e78187-913b-427f-849f-35d0b8b45274" providerId="ADAL" clId="{5FE48BE2-3E06-492D-B1D5-7E21CFBE6F15}" dt="2024-12-05T22:48:29.312" v="3" actId="47"/>
        <pc:sldMkLst>
          <pc:docMk/>
          <pc:sldMk cId="4088620385" sldId="291"/>
        </pc:sldMkLst>
      </pc:sldChg>
      <pc:sldChg chg="del">
        <pc:chgData name="Mendez Carlos" userId="84e78187-913b-427f-849f-35d0b8b45274" providerId="ADAL" clId="{5FE48BE2-3E06-492D-B1D5-7E21CFBE6F15}" dt="2024-12-05T22:48:29.312" v="3" actId="47"/>
        <pc:sldMkLst>
          <pc:docMk/>
          <pc:sldMk cId="469666697" sldId="294"/>
        </pc:sldMkLst>
      </pc:sldChg>
      <pc:sldChg chg="del">
        <pc:chgData name="Mendez Carlos" userId="84e78187-913b-427f-849f-35d0b8b45274" providerId="ADAL" clId="{5FE48BE2-3E06-492D-B1D5-7E21CFBE6F15}" dt="2024-12-05T22:48:29.312" v="3" actId="47"/>
        <pc:sldMkLst>
          <pc:docMk/>
          <pc:sldMk cId="63532198" sldId="295"/>
        </pc:sldMkLst>
      </pc:sldChg>
      <pc:sldChg chg="del">
        <pc:chgData name="Mendez Carlos" userId="84e78187-913b-427f-849f-35d0b8b45274" providerId="ADAL" clId="{5FE48BE2-3E06-492D-B1D5-7E21CFBE6F15}" dt="2024-12-05T22:48:49.050" v="15" actId="47"/>
        <pc:sldMkLst>
          <pc:docMk/>
          <pc:sldMk cId="1148681829"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8712200" cy="56673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11387138" y="0"/>
            <a:ext cx="8712200" cy="56673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742613"/>
            <a:ext cx="8712200" cy="56673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rgbClr val="000000"/>
                </a:solidFill>
                <a:latin typeface="Arial"/>
                <a:ea typeface="Arial"/>
                <a:cs typeface="Arial"/>
                <a:sym typeface="Arial"/>
              </a:rPr>
              <a:t>‹Nº›</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 name="Google Shape;59;p1:notes"/>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 name="Google Shape;60;p1:notes"/>
          <p:cNvSpPr txBox="1">
            <a:spLocks noGrp="1"/>
          </p:cNvSpPr>
          <p:nvPr>
            <p:ph type="sldNum" idx="12"/>
          </p:nvPr>
        </p:nvSpPr>
        <p:spPr>
          <a:xfrm>
            <a:off x="11387138" y="10742613"/>
            <a:ext cx="8712200" cy="56673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7:notes"/>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7: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5:notes"/>
          <p:cNvSpPr txBox="1">
            <a:spLocks noGrp="1"/>
          </p:cNvSpPr>
          <p:nvPr>
            <p:ph type="body" idx="1"/>
          </p:nvPr>
        </p:nvSpPr>
        <p:spPr>
          <a:xfrm>
            <a:off x="2009775" y="5441950"/>
            <a:ext cx="16084550" cy="44545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5:notes"/>
          <p:cNvSpPr>
            <a:spLocks noGrp="1" noRot="1" noChangeAspect="1"/>
          </p:cNvSpPr>
          <p:nvPr>
            <p:ph type="sldImg" idx="2"/>
          </p:nvPr>
        </p:nvSpPr>
        <p:spPr>
          <a:xfrm>
            <a:off x="6659563" y="1414463"/>
            <a:ext cx="6784975" cy="38163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Portada">
  <p:cSld name="Portada">
    <p:bg>
      <p:bgPr>
        <a:blipFill>
          <a:blip r:embed="rId2">
            <a:alphaModFix/>
          </a:blip>
          <a:stretch>
            <a:fillRect/>
          </a:stretch>
        </a:blipFill>
        <a:effectLst/>
      </p:bgPr>
    </p:bg>
    <p:spTree>
      <p:nvGrpSpPr>
        <p:cNvPr id="1" name="Shape 16"/>
        <p:cNvGrpSpPr/>
        <p:nvPr/>
      </p:nvGrpSpPr>
      <p:grpSpPr>
        <a:xfrm>
          <a:off x="0" y="0"/>
          <a:ext cx="0" cy="0"/>
          <a:chOff x="0" y="0"/>
          <a:chExt cx="0" cy="0"/>
        </a:xfrm>
      </p:grpSpPr>
      <p:sp>
        <p:nvSpPr>
          <p:cNvPr id="17" name="Google Shape;17;p17"/>
          <p:cNvSpPr txBox="1">
            <a:spLocks noGrp="1"/>
          </p:cNvSpPr>
          <p:nvPr>
            <p:ph type="title"/>
          </p:nvPr>
        </p:nvSpPr>
        <p:spPr>
          <a:xfrm>
            <a:off x="3576320" y="4054475"/>
            <a:ext cx="5543904" cy="1461939"/>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9500" b="0"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body" idx="1"/>
          </p:nvPr>
        </p:nvSpPr>
        <p:spPr>
          <a:xfrm>
            <a:off x="3592830" y="5273675"/>
            <a:ext cx="3965033" cy="146193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9500" b="1" i="0" cap="none">
                <a:solidFill>
                  <a:schemeClr val="lt1"/>
                </a:solidFill>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225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7">
  <p:cSld name="7">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23"/>
          <p:cNvSpPr txBox="1">
            <a:spLocks noGrp="1"/>
          </p:cNvSpPr>
          <p:nvPr>
            <p:ph type="title"/>
          </p:nvPr>
        </p:nvSpPr>
        <p:spPr>
          <a:xfrm>
            <a:off x="1441450" y="2530475"/>
            <a:ext cx="2876914" cy="956031"/>
          </a:xfrm>
          <a:prstGeom prst="rect">
            <a:avLst/>
          </a:prstGeom>
          <a:noFill/>
          <a:ln>
            <a:noFill/>
          </a:ln>
        </p:spPr>
        <p:txBody>
          <a:bodyPr spcFirstLastPara="1" wrap="square" lIns="0" tIns="17125"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3"/>
          <p:cNvSpPr>
            <a:spLocks noGrp="1"/>
          </p:cNvSpPr>
          <p:nvPr>
            <p:ph type="pic" idx="2"/>
          </p:nvPr>
        </p:nvSpPr>
        <p:spPr>
          <a:xfrm>
            <a:off x="10050443" y="0"/>
            <a:ext cx="10053657" cy="11445875"/>
          </a:xfrm>
          <a:prstGeom prst="rect">
            <a:avLst/>
          </a:prstGeom>
          <a:noFill/>
          <a:ln>
            <a:noFill/>
          </a:ln>
        </p:spPr>
      </p:sp>
      <p:sp>
        <p:nvSpPr>
          <p:cNvPr id="40" name="Google Shape;40;p23"/>
          <p:cNvSpPr txBox="1">
            <a:spLocks noGrp="1"/>
          </p:cNvSpPr>
          <p:nvPr>
            <p:ph type="body" idx="1"/>
          </p:nvPr>
        </p:nvSpPr>
        <p:spPr>
          <a:xfrm>
            <a:off x="1441450" y="3673475"/>
            <a:ext cx="6477000" cy="6459717"/>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14">
  <p:cSld name="14">
    <p:bg>
      <p:bgPr>
        <a:blipFill>
          <a:blip r:embed="rId2">
            <a:alphaModFix/>
          </a:blip>
          <a:stretch>
            <a:fillRect/>
          </a:stretch>
        </a:blipFill>
        <a:effectLst/>
      </p:bgPr>
    </p:bg>
    <p:spTree>
      <p:nvGrpSpPr>
        <p:cNvPr id="1" name="Shape 5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8">
  <p:cSld name="8">
    <p:bg>
      <p:bgPr>
        <a:blipFill>
          <a:blip r:embed="rId2">
            <a:alphaModFix/>
          </a:blip>
          <a:stretch>
            <a:fillRect/>
          </a:stretch>
        </a:blipFill>
        <a:effectLst/>
      </p:bgPr>
    </p:bg>
    <p:spTree>
      <p:nvGrpSpPr>
        <p:cNvPr id="1" name="Shape 51"/>
        <p:cNvGrpSpPr/>
        <p:nvPr/>
      </p:nvGrpSpPr>
      <p:grpSpPr>
        <a:xfrm>
          <a:off x="0" y="0"/>
          <a:ext cx="0" cy="0"/>
          <a:chOff x="0" y="0"/>
          <a:chExt cx="0" cy="0"/>
        </a:xfrm>
      </p:grpSpPr>
      <p:sp>
        <p:nvSpPr>
          <p:cNvPr id="52" name="Google Shape;52;p29"/>
          <p:cNvSpPr txBox="1">
            <a:spLocks noGrp="1"/>
          </p:cNvSpPr>
          <p:nvPr>
            <p:ph type="title"/>
          </p:nvPr>
        </p:nvSpPr>
        <p:spPr>
          <a:xfrm>
            <a:off x="1441450" y="2661550"/>
            <a:ext cx="2876914" cy="956031"/>
          </a:xfrm>
          <a:prstGeom prst="rect">
            <a:avLst/>
          </a:prstGeom>
          <a:noFill/>
          <a:ln>
            <a:noFill/>
          </a:ln>
        </p:spPr>
        <p:txBody>
          <a:bodyPr spcFirstLastPara="1" wrap="square" lIns="0" tIns="17125" rIns="0" bIns="0" anchor="t" anchorCtr="0">
            <a:spAutoFit/>
          </a:bodyPr>
          <a:lstStyle>
            <a:lvl1pPr lvl="0" algn="l">
              <a:lnSpc>
                <a:spcPct val="100000"/>
              </a:lnSpc>
              <a:spcBef>
                <a:spcPts val="0"/>
              </a:spcBef>
              <a:spcAft>
                <a:spcPts val="0"/>
              </a:spcAft>
              <a:buSzPts val="1400"/>
              <a:buNone/>
              <a:defRPr>
                <a:solidFill>
                  <a:srgbClr val="E0051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body" idx="1"/>
          </p:nvPr>
        </p:nvSpPr>
        <p:spPr>
          <a:xfrm>
            <a:off x="1441450" y="3902075"/>
            <a:ext cx="10363200" cy="5379101"/>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solidFill>
                  <a:srgbClr val="7F7F7F"/>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body" idx="2"/>
          </p:nvPr>
        </p:nvSpPr>
        <p:spPr>
          <a:xfrm>
            <a:off x="1441450" y="1722831"/>
            <a:ext cx="2876914" cy="938719"/>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6100" b="1" i="0">
                <a:solidFill>
                  <a:srgbClr val="E00512"/>
                </a:solidFill>
                <a:latin typeface="Arial"/>
                <a:ea typeface="Arial"/>
                <a:cs typeface="Arial"/>
                <a:sym typeface="Aria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9">
  <p:cSld name="9">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30"/>
          <p:cNvSpPr txBox="1"/>
          <p:nvPr/>
        </p:nvSpPr>
        <p:spPr>
          <a:xfrm>
            <a:off x="3628509" y="4663394"/>
            <a:ext cx="8078470" cy="1897380"/>
          </a:xfrm>
          <a:prstGeom prst="rect">
            <a:avLst/>
          </a:prstGeom>
          <a:noFill/>
          <a:ln>
            <a:noFill/>
          </a:ln>
        </p:spPr>
        <p:txBody>
          <a:bodyPr spcFirstLastPara="1" wrap="square" lIns="0" tIns="625" rIns="0" bIns="0" anchor="t" anchorCtr="0">
            <a:spAutoFit/>
          </a:bodyPr>
          <a:lstStyle/>
          <a:p>
            <a:pPr marL="12700" marR="5080" lvl="0" indent="0" algn="l" rtl="0">
              <a:lnSpc>
                <a:spcPct val="103000"/>
              </a:lnSpc>
              <a:spcBef>
                <a:spcPts val="0"/>
              </a:spcBef>
              <a:spcAft>
                <a:spcPts val="0"/>
              </a:spcAft>
              <a:buClr>
                <a:srgbClr val="000000"/>
              </a:buClr>
              <a:buSzPts val="2400"/>
              <a:buFont typeface="Arial"/>
              <a:buNone/>
            </a:pPr>
            <a:r>
              <a:rPr lang="en-US" sz="2400" b="1" i="0" u="none" strike="noStrike" cap="none">
                <a:solidFill>
                  <a:srgbClr val="838080"/>
                </a:solidFill>
                <a:latin typeface="Arial"/>
                <a:ea typeface="Arial"/>
                <a:cs typeface="Arial"/>
                <a:sym typeface="Arial"/>
              </a:rPr>
              <a:t>Lorem ipsum dolor sit amet, cons ectetuer adipiscing elit, sed diam nonummy nibh euismod tincidunt ut laoreet dolore. Ut wisi enim ad minim veniam, quis nostrud exerci tation ullamcorper suscipit lobortis nisl ut aliquip ex ea commodo consequat aliquip ex ea.</a:t>
            </a:r>
            <a:endParaRPr sz="2400" b="1"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p:nvPr/>
        </p:nvSpPr>
        <p:spPr>
          <a:xfrm>
            <a:off x="0" y="10"/>
            <a:ext cx="20104100" cy="11308715"/>
          </a:xfrm>
          <a:custGeom>
            <a:avLst/>
            <a:gdLst/>
            <a:ahLst/>
            <a:cxnLst/>
            <a:rect l="l" t="t" r="r" b="b"/>
            <a:pathLst>
              <a:path w="20104100" h="11308715" extrusionOk="0">
                <a:moveTo>
                  <a:pt x="20104099" y="0"/>
                </a:moveTo>
                <a:lnTo>
                  <a:pt x="0" y="0"/>
                </a:lnTo>
                <a:lnTo>
                  <a:pt x="0" y="11308545"/>
                </a:lnTo>
                <a:lnTo>
                  <a:pt x="20104099" y="11308545"/>
                </a:lnTo>
                <a:lnTo>
                  <a:pt x="20104099" y="0"/>
                </a:lnTo>
                <a:close/>
              </a:path>
            </a:pathLst>
          </a:custGeom>
          <a:solidFill>
            <a:srgbClr val="D2D1D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16"/>
          <p:cNvSpPr txBox="1">
            <a:spLocks noGrp="1"/>
          </p:cNvSpPr>
          <p:nvPr>
            <p:ph type="title"/>
          </p:nvPr>
        </p:nvSpPr>
        <p:spPr>
          <a:xfrm>
            <a:off x="1460146" y="1727195"/>
            <a:ext cx="2977597" cy="1720003"/>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100" b="1" i="0" u="none" strike="noStrike" cap="none">
                <a:solidFill>
                  <a:srgbClr val="E3281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6"/>
          <p:cNvSpPr txBox="1">
            <a:spLocks noGrp="1"/>
          </p:cNvSpPr>
          <p:nvPr>
            <p:ph type="body" idx="1"/>
          </p:nvPr>
        </p:nvSpPr>
        <p:spPr>
          <a:xfrm>
            <a:off x="1464645" y="3710876"/>
            <a:ext cx="10603230" cy="518922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150" b="0" i="0" u="none" strike="noStrike" cap="none">
                <a:solidFill>
                  <a:srgbClr val="1A1A1A"/>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6835394" y="10517696"/>
            <a:ext cx="6433312" cy="565467"/>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16"/>
          <p:cNvSpPr txBox="1">
            <a:spLocks noGrp="1"/>
          </p:cNvSpPr>
          <p:nvPr>
            <p:ph type="dt" idx="10"/>
          </p:nvPr>
        </p:nvSpPr>
        <p:spPr>
          <a:xfrm>
            <a:off x="1005205" y="10517696"/>
            <a:ext cx="4623943" cy="565467"/>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6"/>
          <p:cNvSpPr txBox="1">
            <a:spLocks noGrp="1"/>
          </p:cNvSpPr>
          <p:nvPr>
            <p:ph type="sldNum" idx="12"/>
          </p:nvPr>
        </p:nvSpPr>
        <p:spPr>
          <a:xfrm>
            <a:off x="14474953" y="10517696"/>
            <a:ext cx="4623943" cy="565467"/>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5" r:id="rId2"/>
    <p:sldLayoutId id="2147483660" r:id="rId3"/>
    <p:sldLayoutId id="2147483661" r:id="rId4"/>
    <p:sldLayoutId id="214748366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61"/>
        <p:cNvGrpSpPr/>
        <p:nvPr/>
      </p:nvGrpSpPr>
      <p:grpSpPr>
        <a:xfrm>
          <a:off x="0" y="0"/>
          <a:ext cx="0" cy="0"/>
          <a:chOff x="0" y="0"/>
          <a:chExt cx="0" cy="0"/>
        </a:xfrm>
      </p:grpSpPr>
      <p:sp>
        <p:nvSpPr>
          <p:cNvPr id="62" name="Google Shape;62;p1"/>
          <p:cNvSpPr txBox="1"/>
          <p:nvPr/>
        </p:nvSpPr>
        <p:spPr>
          <a:xfrm>
            <a:off x="1952106" y="4370161"/>
            <a:ext cx="15230994" cy="1874147"/>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12100" b="1" i="0" u="none" strike="noStrike" cap="none" dirty="0">
                <a:solidFill>
                  <a:srgbClr val="FFFFFF"/>
                </a:solidFill>
                <a:latin typeface="Arial"/>
                <a:ea typeface="Arial"/>
                <a:cs typeface="Arial"/>
                <a:sym typeface="Arial"/>
              </a:rPr>
              <a:t>Vision Transformers</a:t>
            </a:r>
            <a:endParaRPr sz="1400" b="0" i="0" u="none" strike="noStrike" cap="none" dirty="0">
              <a:solidFill>
                <a:srgbClr val="000000"/>
              </a:solidFill>
              <a:latin typeface="Arial"/>
              <a:ea typeface="Arial"/>
              <a:cs typeface="Arial"/>
              <a:sym typeface="Arial"/>
            </a:endParaRPr>
          </a:p>
        </p:txBody>
      </p:sp>
      <p:sp>
        <p:nvSpPr>
          <p:cNvPr id="63" name="Google Shape;63;p1"/>
          <p:cNvSpPr txBox="1"/>
          <p:nvPr/>
        </p:nvSpPr>
        <p:spPr>
          <a:xfrm>
            <a:off x="1952106" y="6122297"/>
            <a:ext cx="13389494" cy="1198257"/>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6000" b="1" i="0" u="none" strike="noStrike" cap="none" dirty="0" err="1">
                <a:solidFill>
                  <a:srgbClr val="FFFFFF"/>
                </a:solidFill>
                <a:latin typeface="Arial"/>
                <a:ea typeface="Arial"/>
                <a:cs typeface="Arial"/>
                <a:sym typeface="Arial"/>
              </a:rPr>
              <a:t>Detección</a:t>
            </a:r>
            <a:r>
              <a:rPr lang="en-US" sz="6000" b="1" i="0" u="none" strike="noStrike" cap="none" dirty="0">
                <a:solidFill>
                  <a:srgbClr val="FFFFFF"/>
                </a:solidFill>
                <a:latin typeface="Arial"/>
                <a:ea typeface="Arial"/>
                <a:cs typeface="Arial"/>
                <a:sym typeface="Arial"/>
              </a:rPr>
              <a:t> de </a:t>
            </a:r>
            <a:r>
              <a:rPr lang="en-US" sz="6000" b="1" i="0" u="none" strike="noStrike" cap="none" dirty="0" err="1">
                <a:solidFill>
                  <a:srgbClr val="FFFFFF"/>
                </a:solidFill>
                <a:latin typeface="Arial"/>
                <a:ea typeface="Arial"/>
                <a:cs typeface="Arial"/>
                <a:sym typeface="Arial"/>
              </a:rPr>
              <a:t>Objetos</a:t>
            </a:r>
            <a:endParaRPr sz="6000" b="0" i="0" u="none" strike="noStrike" cap="none" dirty="0">
              <a:solidFill>
                <a:srgbClr val="000000"/>
              </a:solidFill>
              <a:latin typeface="Arial"/>
              <a:ea typeface="Arial"/>
              <a:cs typeface="Arial"/>
              <a:sym typeface="Arial"/>
            </a:endParaRPr>
          </a:p>
        </p:txBody>
      </p:sp>
      <p:pic>
        <p:nvPicPr>
          <p:cNvPr id="3" name="Imagen 2">
            <a:extLst>
              <a:ext uri="{FF2B5EF4-FFF2-40B4-BE49-F238E27FC236}">
                <a16:creationId xmlns:a16="http://schemas.microsoft.com/office/drawing/2014/main" id="{C2FABA50-EF52-C581-761E-1D3AF175EF4C}"/>
              </a:ext>
            </a:extLst>
          </p:cNvPr>
          <p:cNvPicPr>
            <a:picLocks noChangeAspect="1"/>
          </p:cNvPicPr>
          <p:nvPr/>
        </p:nvPicPr>
        <p:blipFill>
          <a:blip r:embed="rId4"/>
          <a:stretch>
            <a:fillRect/>
          </a:stretch>
        </p:blipFill>
        <p:spPr>
          <a:xfrm>
            <a:off x="13320905" y="8400432"/>
            <a:ext cx="5593395" cy="11812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 name="Imagen 9">
            <a:extLst>
              <a:ext uri="{FF2B5EF4-FFF2-40B4-BE49-F238E27FC236}">
                <a16:creationId xmlns:a16="http://schemas.microsoft.com/office/drawing/2014/main" id="{9D1E6DDC-FCD3-B333-7BF4-D93ADA674B38}"/>
              </a:ext>
            </a:extLst>
          </p:cNvPr>
          <p:cNvPicPr>
            <a:picLocks noChangeAspect="1"/>
          </p:cNvPicPr>
          <p:nvPr/>
        </p:nvPicPr>
        <p:blipFill>
          <a:blip r:embed="rId3"/>
          <a:stretch>
            <a:fillRect/>
          </a:stretch>
        </p:blipFill>
        <p:spPr>
          <a:xfrm>
            <a:off x="5500380" y="2548219"/>
            <a:ext cx="1419423" cy="1505160"/>
          </a:xfrm>
          <a:prstGeom prst="rect">
            <a:avLst/>
          </a:prstGeom>
        </p:spPr>
      </p:pic>
      <p:sp>
        <p:nvSpPr>
          <p:cNvPr id="14" name="Google Shape;63;p1">
            <a:extLst>
              <a:ext uri="{FF2B5EF4-FFF2-40B4-BE49-F238E27FC236}">
                <a16:creationId xmlns:a16="http://schemas.microsoft.com/office/drawing/2014/main" id="{599F0C91-B87E-C284-0C41-7B0D0BAA05B8}"/>
              </a:ext>
            </a:extLst>
          </p:cNvPr>
          <p:cNvSpPr txBox="1"/>
          <p:nvPr/>
        </p:nvSpPr>
        <p:spPr>
          <a:xfrm>
            <a:off x="3605542" y="230870"/>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Dependencias</a:t>
            </a:r>
            <a:r>
              <a:rPr lang="en-US" sz="4800" b="1" i="0" u="none" strike="noStrike" cap="none" dirty="0">
                <a:solidFill>
                  <a:schemeClr val="tx1"/>
                </a:solidFill>
                <a:latin typeface="Arial"/>
                <a:ea typeface="Arial"/>
                <a:cs typeface="Arial"/>
                <a:sym typeface="Arial"/>
              </a:rPr>
              <a:t> (</a:t>
            </a:r>
            <a:r>
              <a:rPr lang="en-US" sz="4800" b="1" i="0" u="none" strike="noStrike" cap="none" dirty="0" err="1">
                <a:solidFill>
                  <a:schemeClr val="tx1"/>
                </a:solidFill>
                <a:latin typeface="Arial"/>
                <a:ea typeface="Arial"/>
                <a:cs typeface="Arial"/>
                <a:sym typeface="Arial"/>
              </a:rPr>
              <a:t>Librerias</a:t>
            </a:r>
            <a:r>
              <a:rPr lang="en-US" sz="4800" b="1" i="0" u="none" strike="noStrike" cap="none" dirty="0">
                <a:solidFill>
                  <a:schemeClr val="tx1"/>
                </a:solidFill>
                <a:latin typeface="Arial"/>
                <a:ea typeface="Arial"/>
                <a:cs typeface="Arial"/>
                <a:sym typeface="Arial"/>
              </a:rPr>
              <a:t>)</a:t>
            </a:r>
            <a:endParaRPr sz="4800" b="0" i="0" u="none" strike="noStrike" cap="none" dirty="0">
              <a:solidFill>
                <a:schemeClr val="tx1"/>
              </a:solidFill>
              <a:latin typeface="Arial"/>
              <a:ea typeface="Arial"/>
              <a:cs typeface="Arial"/>
              <a:sym typeface="Arial"/>
            </a:endParaRPr>
          </a:p>
        </p:txBody>
      </p:sp>
      <p:pic>
        <p:nvPicPr>
          <p:cNvPr id="20" name="Imagen 19">
            <a:extLst>
              <a:ext uri="{FF2B5EF4-FFF2-40B4-BE49-F238E27FC236}">
                <a16:creationId xmlns:a16="http://schemas.microsoft.com/office/drawing/2014/main" id="{2836A10A-3D2A-12EE-6096-D436C74367DE}"/>
              </a:ext>
            </a:extLst>
          </p:cNvPr>
          <p:cNvPicPr>
            <a:picLocks noChangeAspect="1"/>
          </p:cNvPicPr>
          <p:nvPr/>
        </p:nvPicPr>
        <p:blipFill>
          <a:blip r:embed="rId4"/>
          <a:stretch>
            <a:fillRect/>
          </a:stretch>
        </p:blipFill>
        <p:spPr>
          <a:xfrm>
            <a:off x="9347945" y="5699341"/>
            <a:ext cx="1548745" cy="1565827"/>
          </a:xfrm>
          <a:prstGeom prst="rect">
            <a:avLst/>
          </a:prstGeom>
        </p:spPr>
      </p:pic>
      <p:sp>
        <p:nvSpPr>
          <p:cNvPr id="21" name="Google Shape;63;p1">
            <a:extLst>
              <a:ext uri="{FF2B5EF4-FFF2-40B4-BE49-F238E27FC236}">
                <a16:creationId xmlns:a16="http://schemas.microsoft.com/office/drawing/2014/main" id="{D19D8C92-9E71-CF77-1C43-7F4FDFD0A10C}"/>
              </a:ext>
            </a:extLst>
          </p:cNvPr>
          <p:cNvSpPr txBox="1"/>
          <p:nvPr/>
        </p:nvSpPr>
        <p:spPr>
          <a:xfrm>
            <a:off x="6968005" y="2615689"/>
            <a:ext cx="2107017"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s-AR" sz="4800" b="0" i="0" u="none" strike="noStrike" cap="none" dirty="0" err="1">
                <a:solidFill>
                  <a:schemeClr val="tx1"/>
                </a:solidFill>
                <a:latin typeface="Arial"/>
                <a:ea typeface="Arial"/>
                <a:cs typeface="Arial"/>
                <a:sym typeface="Arial"/>
              </a:rPr>
              <a:t>Pytorch</a:t>
            </a:r>
            <a:endParaRPr sz="4800" b="0" i="0" u="none" strike="noStrike" cap="none" dirty="0">
              <a:solidFill>
                <a:schemeClr val="tx1"/>
              </a:solidFill>
              <a:latin typeface="Arial"/>
              <a:ea typeface="Arial"/>
              <a:cs typeface="Arial"/>
              <a:sym typeface="Arial"/>
            </a:endParaRPr>
          </a:p>
        </p:txBody>
      </p:sp>
      <p:sp>
        <p:nvSpPr>
          <p:cNvPr id="22" name="Google Shape;63;p1">
            <a:extLst>
              <a:ext uri="{FF2B5EF4-FFF2-40B4-BE49-F238E27FC236}">
                <a16:creationId xmlns:a16="http://schemas.microsoft.com/office/drawing/2014/main" id="{4EBDDF8B-10EF-C091-AF13-37A46193CF9F}"/>
              </a:ext>
            </a:extLst>
          </p:cNvPr>
          <p:cNvSpPr txBox="1"/>
          <p:nvPr/>
        </p:nvSpPr>
        <p:spPr>
          <a:xfrm>
            <a:off x="11078624" y="5799386"/>
            <a:ext cx="301315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s-AR" sz="4800" b="0" i="0" u="none" strike="noStrike" cap="none" dirty="0" err="1">
                <a:solidFill>
                  <a:schemeClr val="tx1"/>
                </a:solidFill>
                <a:latin typeface="Arial"/>
                <a:ea typeface="Arial"/>
                <a:cs typeface="Arial"/>
                <a:sym typeface="Arial"/>
              </a:rPr>
              <a:t>Roboflow</a:t>
            </a:r>
            <a:endParaRPr sz="4800" b="0" i="0" u="none" strike="noStrike" cap="none" dirty="0">
              <a:solidFill>
                <a:schemeClr val="tx1"/>
              </a:solidFill>
              <a:latin typeface="Arial"/>
              <a:ea typeface="Arial"/>
              <a:cs typeface="Arial"/>
              <a:sym typeface="Arial"/>
            </a:endParaRPr>
          </a:p>
        </p:txBody>
      </p:sp>
      <p:pic>
        <p:nvPicPr>
          <p:cNvPr id="25" name="Imagen 24">
            <a:extLst>
              <a:ext uri="{FF2B5EF4-FFF2-40B4-BE49-F238E27FC236}">
                <a16:creationId xmlns:a16="http://schemas.microsoft.com/office/drawing/2014/main" id="{E56DCB61-34A4-94F9-9549-2D005F557573}"/>
              </a:ext>
            </a:extLst>
          </p:cNvPr>
          <p:cNvPicPr>
            <a:picLocks noChangeAspect="1"/>
          </p:cNvPicPr>
          <p:nvPr/>
        </p:nvPicPr>
        <p:blipFill>
          <a:blip r:embed="rId5"/>
          <a:stretch>
            <a:fillRect/>
          </a:stretch>
        </p:blipFill>
        <p:spPr>
          <a:xfrm>
            <a:off x="10380619" y="3148324"/>
            <a:ext cx="1909261" cy="1938081"/>
          </a:xfrm>
          <a:prstGeom prst="rect">
            <a:avLst/>
          </a:prstGeom>
        </p:spPr>
      </p:pic>
      <p:sp>
        <p:nvSpPr>
          <p:cNvPr id="26" name="Google Shape;63;p1">
            <a:extLst>
              <a:ext uri="{FF2B5EF4-FFF2-40B4-BE49-F238E27FC236}">
                <a16:creationId xmlns:a16="http://schemas.microsoft.com/office/drawing/2014/main" id="{151335A9-8477-9AC6-610D-BE60F7CF2770}"/>
              </a:ext>
            </a:extLst>
          </p:cNvPr>
          <p:cNvSpPr txBox="1"/>
          <p:nvPr/>
        </p:nvSpPr>
        <p:spPr>
          <a:xfrm>
            <a:off x="12431440" y="3300799"/>
            <a:ext cx="490458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s-AR" sz="4800" b="0" i="0" u="none" strike="noStrike" cap="none" dirty="0" err="1">
                <a:solidFill>
                  <a:schemeClr val="tx1"/>
                </a:solidFill>
                <a:latin typeface="Arial"/>
                <a:ea typeface="Arial"/>
                <a:cs typeface="Arial"/>
                <a:sym typeface="Arial"/>
              </a:rPr>
              <a:t>Pytorch-Lightning</a:t>
            </a:r>
            <a:endParaRPr sz="4800" b="0" i="0" u="none" strike="noStrike" cap="none" dirty="0">
              <a:solidFill>
                <a:schemeClr val="tx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3AA4A36-CE3E-C4B0-39AA-01CA7DFF1E93}"/>
              </a:ext>
            </a:extLst>
          </p:cNvPr>
          <p:cNvPicPr>
            <a:picLocks noChangeAspect="1"/>
          </p:cNvPicPr>
          <p:nvPr/>
        </p:nvPicPr>
        <p:blipFill>
          <a:blip r:embed="rId2"/>
          <a:stretch>
            <a:fillRect/>
          </a:stretch>
        </p:blipFill>
        <p:spPr>
          <a:xfrm>
            <a:off x="3883339" y="2128295"/>
            <a:ext cx="12066450" cy="3309655"/>
          </a:xfrm>
          <a:prstGeom prst="rect">
            <a:avLst/>
          </a:prstGeom>
        </p:spPr>
      </p:pic>
      <p:sp>
        <p:nvSpPr>
          <p:cNvPr id="7" name="Google Shape;63;p1">
            <a:extLst>
              <a:ext uri="{FF2B5EF4-FFF2-40B4-BE49-F238E27FC236}">
                <a16:creationId xmlns:a16="http://schemas.microsoft.com/office/drawing/2014/main" id="{AC40892A-DAB5-714F-A643-7505A5D4705C}"/>
              </a:ext>
            </a:extLst>
          </p:cNvPr>
          <p:cNvSpPr txBox="1"/>
          <p:nvPr/>
        </p:nvSpPr>
        <p:spPr>
          <a:xfrm>
            <a:off x="3467756" y="410511"/>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Modelo</a:t>
            </a:r>
            <a:r>
              <a:rPr lang="en-US" sz="4800" b="1" i="0" u="none" strike="noStrike" cap="none" dirty="0">
                <a:solidFill>
                  <a:schemeClr val="tx1"/>
                </a:solidFill>
                <a:latin typeface="Arial"/>
                <a:ea typeface="Arial"/>
                <a:cs typeface="Arial"/>
                <a:sym typeface="Arial"/>
              </a:rPr>
              <a:t> para Fine-</a:t>
            </a:r>
            <a:r>
              <a:rPr lang="en-US" sz="4800" b="1" i="0" u="none" strike="noStrike" cap="none" dirty="0" err="1">
                <a:solidFill>
                  <a:schemeClr val="tx1"/>
                </a:solidFill>
                <a:latin typeface="Arial"/>
                <a:ea typeface="Arial"/>
                <a:cs typeface="Arial"/>
                <a:sym typeface="Arial"/>
              </a:rPr>
              <a:t>tunnig</a:t>
            </a:r>
            <a:endParaRPr sz="4800" b="0" i="0" u="none" strike="noStrike" cap="none" dirty="0">
              <a:solidFill>
                <a:schemeClr val="tx1"/>
              </a:solidFill>
              <a:latin typeface="Arial"/>
              <a:ea typeface="Arial"/>
              <a:cs typeface="Arial"/>
              <a:sym typeface="Arial"/>
            </a:endParaRPr>
          </a:p>
        </p:txBody>
      </p:sp>
      <p:pic>
        <p:nvPicPr>
          <p:cNvPr id="9" name="Imagen 8">
            <a:extLst>
              <a:ext uri="{FF2B5EF4-FFF2-40B4-BE49-F238E27FC236}">
                <a16:creationId xmlns:a16="http://schemas.microsoft.com/office/drawing/2014/main" id="{B00C5968-58D5-709C-A5FE-4F080D64237F}"/>
              </a:ext>
            </a:extLst>
          </p:cNvPr>
          <p:cNvPicPr>
            <a:picLocks noChangeAspect="1"/>
          </p:cNvPicPr>
          <p:nvPr/>
        </p:nvPicPr>
        <p:blipFill>
          <a:blip r:embed="rId3"/>
          <a:stretch>
            <a:fillRect/>
          </a:stretch>
        </p:blipFill>
        <p:spPr>
          <a:xfrm>
            <a:off x="2975878" y="6090463"/>
            <a:ext cx="13881372" cy="2347449"/>
          </a:xfrm>
          <a:prstGeom prst="rect">
            <a:avLst/>
          </a:prstGeom>
        </p:spPr>
      </p:pic>
    </p:spTree>
    <p:extLst>
      <p:ext uri="{BB962C8B-B14F-4D97-AF65-F5344CB8AC3E}">
        <p14:creationId xmlns:p14="http://schemas.microsoft.com/office/powerpoint/2010/main" val="1004921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63;p1">
            <a:extLst>
              <a:ext uri="{FF2B5EF4-FFF2-40B4-BE49-F238E27FC236}">
                <a16:creationId xmlns:a16="http://schemas.microsoft.com/office/drawing/2014/main" id="{562CDE33-DD3F-9237-55C4-2B0ED45ED23F}"/>
              </a:ext>
            </a:extLst>
          </p:cNvPr>
          <p:cNvSpPr txBox="1"/>
          <p:nvPr/>
        </p:nvSpPr>
        <p:spPr>
          <a:xfrm>
            <a:off x="3480282" y="36040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a:solidFill>
                  <a:schemeClr val="tx1"/>
                </a:solidFill>
                <a:latin typeface="Arial"/>
                <a:ea typeface="Arial"/>
                <a:cs typeface="Arial"/>
                <a:sym typeface="Arial"/>
              </a:rPr>
              <a:t>Dataset (</a:t>
            </a:r>
            <a:r>
              <a:rPr lang="en-US" sz="4800" b="1" i="0" u="none" strike="noStrike" cap="none" dirty="0" err="1">
                <a:solidFill>
                  <a:schemeClr val="tx1"/>
                </a:solidFill>
                <a:latin typeface="Arial"/>
                <a:ea typeface="Arial"/>
                <a:cs typeface="Arial"/>
                <a:sym typeface="Arial"/>
              </a:rPr>
              <a:t>Formato</a:t>
            </a:r>
            <a:r>
              <a:rPr lang="en-US" sz="4800" b="1" i="0" u="none" strike="noStrike" cap="none" dirty="0">
                <a:solidFill>
                  <a:schemeClr val="tx1"/>
                </a:solidFill>
                <a:latin typeface="Arial"/>
                <a:ea typeface="Arial"/>
                <a:cs typeface="Arial"/>
                <a:sym typeface="Arial"/>
              </a:rPr>
              <a:t> COCO) &gt; </a:t>
            </a:r>
            <a:r>
              <a:rPr lang="en-US" sz="4800" b="1" i="0" u="none" strike="noStrike" cap="none" dirty="0" err="1">
                <a:solidFill>
                  <a:schemeClr val="tx1"/>
                </a:solidFill>
                <a:latin typeface="Arial"/>
                <a:ea typeface="Arial"/>
                <a:cs typeface="Arial"/>
                <a:sym typeface="Arial"/>
              </a:rPr>
              <a:t>Roboflow</a:t>
            </a:r>
            <a:endParaRPr sz="4800" b="0" i="0" u="none" strike="noStrike" cap="none" dirty="0">
              <a:solidFill>
                <a:schemeClr val="tx1"/>
              </a:solidFill>
              <a:latin typeface="Arial"/>
              <a:ea typeface="Arial"/>
              <a:cs typeface="Arial"/>
              <a:sym typeface="Arial"/>
            </a:endParaRPr>
          </a:p>
        </p:txBody>
      </p:sp>
      <p:pic>
        <p:nvPicPr>
          <p:cNvPr id="6" name="Imagen 5">
            <a:extLst>
              <a:ext uri="{FF2B5EF4-FFF2-40B4-BE49-F238E27FC236}">
                <a16:creationId xmlns:a16="http://schemas.microsoft.com/office/drawing/2014/main" id="{93115886-0702-284C-3C01-F01B179AB296}"/>
              </a:ext>
            </a:extLst>
          </p:cNvPr>
          <p:cNvPicPr>
            <a:picLocks noChangeAspect="1"/>
          </p:cNvPicPr>
          <p:nvPr/>
        </p:nvPicPr>
        <p:blipFill>
          <a:blip r:embed="rId2"/>
          <a:stretch>
            <a:fillRect/>
          </a:stretch>
        </p:blipFill>
        <p:spPr>
          <a:xfrm>
            <a:off x="3364764" y="2022465"/>
            <a:ext cx="13505012" cy="4375750"/>
          </a:xfrm>
          <a:prstGeom prst="rect">
            <a:avLst/>
          </a:prstGeom>
        </p:spPr>
      </p:pic>
      <p:pic>
        <p:nvPicPr>
          <p:cNvPr id="8" name="Imagen 7">
            <a:extLst>
              <a:ext uri="{FF2B5EF4-FFF2-40B4-BE49-F238E27FC236}">
                <a16:creationId xmlns:a16="http://schemas.microsoft.com/office/drawing/2014/main" id="{4F96E833-6D37-8AC1-B645-E2F74DB23229}"/>
              </a:ext>
            </a:extLst>
          </p:cNvPr>
          <p:cNvPicPr>
            <a:picLocks noChangeAspect="1"/>
          </p:cNvPicPr>
          <p:nvPr/>
        </p:nvPicPr>
        <p:blipFill>
          <a:blip r:embed="rId3"/>
          <a:stretch>
            <a:fillRect/>
          </a:stretch>
        </p:blipFill>
        <p:spPr>
          <a:xfrm>
            <a:off x="3364764" y="6637458"/>
            <a:ext cx="13706119" cy="2130277"/>
          </a:xfrm>
          <a:prstGeom prst="rect">
            <a:avLst/>
          </a:prstGeom>
        </p:spPr>
      </p:pic>
    </p:spTree>
    <p:extLst>
      <p:ext uri="{BB962C8B-B14F-4D97-AF65-F5344CB8AC3E}">
        <p14:creationId xmlns:p14="http://schemas.microsoft.com/office/powerpoint/2010/main" val="3448405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98CCBB0-FCF0-749B-A622-382EF651D167}"/>
              </a:ext>
            </a:extLst>
          </p:cNvPr>
          <p:cNvPicPr>
            <a:picLocks noChangeAspect="1"/>
          </p:cNvPicPr>
          <p:nvPr/>
        </p:nvPicPr>
        <p:blipFill>
          <a:blip r:embed="rId2"/>
          <a:stretch>
            <a:fillRect/>
          </a:stretch>
        </p:blipFill>
        <p:spPr>
          <a:xfrm>
            <a:off x="3225035" y="2225682"/>
            <a:ext cx="13654030" cy="3580355"/>
          </a:xfrm>
          <a:prstGeom prst="rect">
            <a:avLst/>
          </a:prstGeom>
        </p:spPr>
      </p:pic>
      <p:sp>
        <p:nvSpPr>
          <p:cNvPr id="7" name="Google Shape;63;p1">
            <a:extLst>
              <a:ext uri="{FF2B5EF4-FFF2-40B4-BE49-F238E27FC236}">
                <a16:creationId xmlns:a16="http://schemas.microsoft.com/office/drawing/2014/main" id="{C4641713-92EB-94D1-C713-DF282F3F767C}"/>
              </a:ext>
            </a:extLst>
          </p:cNvPr>
          <p:cNvSpPr txBox="1"/>
          <p:nvPr/>
        </p:nvSpPr>
        <p:spPr>
          <a:xfrm>
            <a:off x="3680698" y="29777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a:solidFill>
                  <a:schemeClr val="tx1"/>
                </a:solidFill>
                <a:latin typeface="Arial"/>
                <a:ea typeface="Arial"/>
                <a:cs typeface="Arial"/>
                <a:sym typeface="Arial"/>
              </a:rPr>
              <a:t>Scatter Plot de </a:t>
            </a:r>
            <a:r>
              <a:rPr lang="en-US" sz="4800" b="1" i="0" u="none" strike="noStrike" cap="none" dirty="0" err="1">
                <a:solidFill>
                  <a:schemeClr val="tx1"/>
                </a:solidFill>
                <a:latin typeface="Arial"/>
                <a:ea typeface="Arial"/>
                <a:cs typeface="Arial"/>
                <a:sym typeface="Arial"/>
              </a:rPr>
              <a:t>Dimensiones</a:t>
            </a:r>
            <a:r>
              <a:rPr lang="en-US" sz="4800" b="1" i="0" u="none" strike="noStrike" cap="none" dirty="0">
                <a:solidFill>
                  <a:schemeClr val="tx1"/>
                </a:solidFill>
                <a:latin typeface="Arial"/>
                <a:ea typeface="Arial"/>
                <a:cs typeface="Arial"/>
                <a:sym typeface="Arial"/>
              </a:rPr>
              <a:t> (</a:t>
            </a:r>
            <a:r>
              <a:rPr lang="en-US" sz="4800" b="1" i="0" u="none" strike="noStrike" cap="none" dirty="0" err="1">
                <a:solidFill>
                  <a:schemeClr val="tx1"/>
                </a:solidFill>
                <a:latin typeface="Arial"/>
                <a:ea typeface="Arial"/>
                <a:cs typeface="Arial"/>
                <a:sym typeface="Arial"/>
              </a:rPr>
              <a:t>Exploratorio</a:t>
            </a:r>
            <a:r>
              <a:rPr lang="en-US" sz="4800" b="1" i="0" u="none" strike="noStrike" cap="none" dirty="0">
                <a:solidFill>
                  <a:schemeClr val="tx1"/>
                </a:solidFill>
                <a:latin typeface="Arial"/>
                <a:ea typeface="Arial"/>
                <a:cs typeface="Arial"/>
                <a:sym typeface="Arial"/>
              </a:rPr>
              <a:t>)</a:t>
            </a:r>
            <a:endParaRPr sz="4800" b="0" i="0" u="none" strike="noStrike" cap="none" dirty="0">
              <a:solidFill>
                <a:schemeClr val="tx1"/>
              </a:solidFill>
              <a:latin typeface="Arial"/>
              <a:ea typeface="Arial"/>
              <a:cs typeface="Arial"/>
              <a:sym typeface="Arial"/>
            </a:endParaRPr>
          </a:p>
        </p:txBody>
      </p:sp>
      <p:pic>
        <p:nvPicPr>
          <p:cNvPr id="9" name="Imagen 8">
            <a:extLst>
              <a:ext uri="{FF2B5EF4-FFF2-40B4-BE49-F238E27FC236}">
                <a16:creationId xmlns:a16="http://schemas.microsoft.com/office/drawing/2014/main" id="{31A99B07-ECA8-91F4-18B2-CF01EEA6F59F}"/>
              </a:ext>
            </a:extLst>
          </p:cNvPr>
          <p:cNvPicPr>
            <a:picLocks noChangeAspect="1"/>
          </p:cNvPicPr>
          <p:nvPr/>
        </p:nvPicPr>
        <p:blipFill>
          <a:blip r:embed="rId3"/>
          <a:stretch>
            <a:fillRect/>
          </a:stretch>
        </p:blipFill>
        <p:spPr>
          <a:xfrm>
            <a:off x="8122468" y="6668671"/>
            <a:ext cx="4505954" cy="933580"/>
          </a:xfrm>
          <a:prstGeom prst="rect">
            <a:avLst/>
          </a:prstGeom>
        </p:spPr>
      </p:pic>
    </p:spTree>
    <p:extLst>
      <p:ext uri="{BB962C8B-B14F-4D97-AF65-F5344CB8AC3E}">
        <p14:creationId xmlns:p14="http://schemas.microsoft.com/office/powerpoint/2010/main" val="1796353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3;p1">
            <a:extLst>
              <a:ext uri="{FF2B5EF4-FFF2-40B4-BE49-F238E27FC236}">
                <a16:creationId xmlns:a16="http://schemas.microsoft.com/office/drawing/2014/main" id="{AC40892A-DAB5-714F-A643-7505A5D4705C}"/>
              </a:ext>
            </a:extLst>
          </p:cNvPr>
          <p:cNvSpPr txBox="1"/>
          <p:nvPr/>
        </p:nvSpPr>
        <p:spPr>
          <a:xfrm>
            <a:off x="3680698" y="29777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Preparación</a:t>
            </a:r>
            <a:r>
              <a:rPr lang="en-US" sz="4800" b="1" i="0" u="none" strike="noStrike" cap="none" dirty="0">
                <a:solidFill>
                  <a:schemeClr val="tx1"/>
                </a:solidFill>
                <a:latin typeface="Arial"/>
                <a:ea typeface="Arial"/>
                <a:cs typeface="Arial"/>
                <a:sym typeface="Arial"/>
              </a:rPr>
              <a:t> de </a:t>
            </a:r>
            <a:r>
              <a:rPr lang="en-US" sz="4800" b="1" i="0" u="none" strike="noStrike" cap="none" dirty="0" err="1">
                <a:solidFill>
                  <a:schemeClr val="tx1"/>
                </a:solidFill>
                <a:latin typeface="Arial"/>
                <a:ea typeface="Arial"/>
                <a:cs typeface="Arial"/>
                <a:sym typeface="Arial"/>
              </a:rPr>
              <a:t>los</a:t>
            </a:r>
            <a:r>
              <a:rPr lang="en-US" sz="4800" b="1" i="0" u="none" strike="noStrike" cap="none" dirty="0">
                <a:solidFill>
                  <a:schemeClr val="tx1"/>
                </a:solidFill>
                <a:latin typeface="Arial"/>
                <a:ea typeface="Arial"/>
                <a:cs typeface="Arial"/>
                <a:sym typeface="Arial"/>
              </a:rPr>
              <a:t> Datasets</a:t>
            </a:r>
            <a:endParaRPr sz="4800" b="0" i="0" u="none" strike="noStrike" cap="none" dirty="0">
              <a:solidFill>
                <a:schemeClr val="tx1"/>
              </a:solidFill>
              <a:latin typeface="Arial"/>
              <a:ea typeface="Arial"/>
              <a:cs typeface="Arial"/>
              <a:sym typeface="Arial"/>
            </a:endParaRPr>
          </a:p>
        </p:txBody>
      </p:sp>
      <p:pic>
        <p:nvPicPr>
          <p:cNvPr id="5" name="Imagen 4">
            <a:extLst>
              <a:ext uri="{FF2B5EF4-FFF2-40B4-BE49-F238E27FC236}">
                <a16:creationId xmlns:a16="http://schemas.microsoft.com/office/drawing/2014/main" id="{FECEEB4B-2509-5EFE-CA8F-42B31F2FB501}"/>
              </a:ext>
            </a:extLst>
          </p:cNvPr>
          <p:cNvPicPr>
            <a:picLocks noChangeAspect="1"/>
          </p:cNvPicPr>
          <p:nvPr/>
        </p:nvPicPr>
        <p:blipFill>
          <a:blip r:embed="rId2"/>
          <a:stretch>
            <a:fillRect/>
          </a:stretch>
        </p:blipFill>
        <p:spPr>
          <a:xfrm>
            <a:off x="4313526" y="2629339"/>
            <a:ext cx="6927628" cy="4825451"/>
          </a:xfrm>
          <a:prstGeom prst="rect">
            <a:avLst/>
          </a:prstGeom>
        </p:spPr>
      </p:pic>
    </p:spTree>
    <p:extLst>
      <p:ext uri="{BB962C8B-B14F-4D97-AF65-F5344CB8AC3E}">
        <p14:creationId xmlns:p14="http://schemas.microsoft.com/office/powerpoint/2010/main" val="3007610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3D8D62D-5E86-625C-BFCD-6C7ED7C096E0}"/>
              </a:ext>
            </a:extLst>
          </p:cNvPr>
          <p:cNvPicPr>
            <a:picLocks noChangeAspect="1"/>
          </p:cNvPicPr>
          <p:nvPr/>
        </p:nvPicPr>
        <p:blipFill>
          <a:blip r:embed="rId2"/>
          <a:stretch>
            <a:fillRect/>
          </a:stretch>
        </p:blipFill>
        <p:spPr>
          <a:xfrm>
            <a:off x="5976492" y="2520974"/>
            <a:ext cx="6687483" cy="5630061"/>
          </a:xfrm>
          <a:prstGeom prst="rect">
            <a:avLst/>
          </a:prstGeom>
        </p:spPr>
      </p:pic>
      <p:sp>
        <p:nvSpPr>
          <p:cNvPr id="7" name="Google Shape;63;p1">
            <a:extLst>
              <a:ext uri="{FF2B5EF4-FFF2-40B4-BE49-F238E27FC236}">
                <a16:creationId xmlns:a16="http://schemas.microsoft.com/office/drawing/2014/main" id="{DB8C5077-A9E7-AFD2-307A-76811AEE6D4B}"/>
              </a:ext>
            </a:extLst>
          </p:cNvPr>
          <p:cNvSpPr txBox="1"/>
          <p:nvPr/>
        </p:nvSpPr>
        <p:spPr>
          <a:xfrm>
            <a:off x="3680698" y="29777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Prueba</a:t>
            </a:r>
            <a:r>
              <a:rPr lang="en-US" sz="4800" b="1" i="0" u="none" strike="noStrike" cap="none" dirty="0">
                <a:solidFill>
                  <a:schemeClr val="tx1"/>
                </a:solidFill>
                <a:latin typeface="Arial"/>
                <a:ea typeface="Arial"/>
                <a:cs typeface="Arial"/>
                <a:sym typeface="Arial"/>
              </a:rPr>
              <a:t> </a:t>
            </a:r>
            <a:r>
              <a:rPr lang="en-US" sz="4800" b="1" i="0" u="none" strike="noStrike" cap="none" dirty="0" err="1">
                <a:solidFill>
                  <a:schemeClr val="tx1"/>
                </a:solidFill>
                <a:latin typeface="Arial"/>
                <a:ea typeface="Arial"/>
                <a:cs typeface="Arial"/>
                <a:sym typeface="Arial"/>
              </a:rPr>
              <a:t>inicial</a:t>
            </a:r>
            <a:r>
              <a:rPr lang="en-US" sz="4800" b="1" i="0" u="none" strike="noStrike" cap="none" dirty="0">
                <a:solidFill>
                  <a:schemeClr val="tx1"/>
                </a:solidFill>
                <a:latin typeface="Arial"/>
                <a:ea typeface="Arial"/>
                <a:cs typeface="Arial"/>
                <a:sym typeface="Arial"/>
              </a:rPr>
              <a:t> (Imagen </a:t>
            </a:r>
            <a:r>
              <a:rPr lang="en-US" sz="4800" b="1" i="0" u="none" strike="noStrike" cap="none" dirty="0" err="1">
                <a:solidFill>
                  <a:schemeClr val="tx1"/>
                </a:solidFill>
                <a:latin typeface="Arial"/>
                <a:ea typeface="Arial"/>
                <a:cs typeface="Arial"/>
                <a:sym typeface="Arial"/>
              </a:rPr>
              <a:t>aleatoria</a:t>
            </a:r>
            <a:r>
              <a:rPr lang="en-US" sz="4800" b="1" i="0" u="none" strike="noStrike" cap="none" dirty="0">
                <a:solidFill>
                  <a:schemeClr val="tx1"/>
                </a:solidFill>
                <a:latin typeface="Arial"/>
                <a:ea typeface="Arial"/>
                <a:cs typeface="Arial"/>
                <a:sym typeface="Arial"/>
              </a:rPr>
              <a:t>)</a:t>
            </a:r>
            <a:endParaRPr sz="4800" b="0" i="0" u="none" strike="noStrike" cap="none"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3013279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51C5B96-CD2A-8F5D-E1B6-2927B8AC76C8}"/>
              </a:ext>
            </a:extLst>
          </p:cNvPr>
          <p:cNvPicPr>
            <a:picLocks noChangeAspect="1"/>
          </p:cNvPicPr>
          <p:nvPr/>
        </p:nvPicPr>
        <p:blipFill>
          <a:blip r:embed="rId2"/>
          <a:srcRect b="31293"/>
          <a:stretch/>
        </p:blipFill>
        <p:spPr>
          <a:xfrm>
            <a:off x="1876528" y="2659820"/>
            <a:ext cx="7745858" cy="4421748"/>
          </a:xfrm>
          <a:prstGeom prst="rect">
            <a:avLst/>
          </a:prstGeom>
        </p:spPr>
      </p:pic>
      <p:sp>
        <p:nvSpPr>
          <p:cNvPr id="7" name="Google Shape;63;p1">
            <a:extLst>
              <a:ext uri="{FF2B5EF4-FFF2-40B4-BE49-F238E27FC236}">
                <a16:creationId xmlns:a16="http://schemas.microsoft.com/office/drawing/2014/main" id="{F0F4D074-5B8C-2DC8-B785-A24049EE98F0}"/>
              </a:ext>
            </a:extLst>
          </p:cNvPr>
          <p:cNvSpPr txBox="1"/>
          <p:nvPr/>
        </p:nvSpPr>
        <p:spPr>
          <a:xfrm>
            <a:off x="3680698" y="29777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Algunas</a:t>
            </a:r>
            <a:r>
              <a:rPr lang="en-US" sz="4800" b="1" i="0" u="none" strike="noStrike" cap="none" dirty="0">
                <a:solidFill>
                  <a:schemeClr val="tx1"/>
                </a:solidFill>
                <a:latin typeface="Arial"/>
                <a:ea typeface="Arial"/>
                <a:cs typeface="Arial"/>
                <a:sym typeface="Arial"/>
              </a:rPr>
              <a:t> </a:t>
            </a:r>
            <a:r>
              <a:rPr lang="en-US" sz="4800" b="1" i="0" u="none" strike="noStrike" cap="none" dirty="0" err="1">
                <a:solidFill>
                  <a:schemeClr val="tx1"/>
                </a:solidFill>
                <a:latin typeface="Arial"/>
                <a:ea typeface="Arial"/>
                <a:cs typeface="Arial"/>
                <a:sym typeface="Arial"/>
              </a:rPr>
              <a:t>Métricas</a:t>
            </a:r>
            <a:r>
              <a:rPr lang="en-US" sz="4800" b="1" i="0" u="none" strike="noStrike" cap="none" dirty="0">
                <a:solidFill>
                  <a:schemeClr val="tx1"/>
                </a:solidFill>
                <a:latin typeface="Arial"/>
                <a:ea typeface="Arial"/>
                <a:cs typeface="Arial"/>
                <a:sym typeface="Arial"/>
              </a:rPr>
              <a:t> para </a:t>
            </a:r>
            <a:r>
              <a:rPr lang="en-US" sz="4800" b="1" i="0" u="none" strike="noStrike" cap="none" dirty="0" err="1">
                <a:solidFill>
                  <a:schemeClr val="tx1"/>
                </a:solidFill>
                <a:latin typeface="Arial"/>
                <a:ea typeface="Arial"/>
                <a:cs typeface="Arial"/>
                <a:sym typeface="Arial"/>
              </a:rPr>
              <a:t>el</a:t>
            </a:r>
            <a:r>
              <a:rPr lang="en-US" sz="4800" b="1" i="0" u="none" strike="noStrike" cap="none" dirty="0">
                <a:solidFill>
                  <a:schemeClr val="tx1"/>
                </a:solidFill>
                <a:latin typeface="Arial"/>
                <a:ea typeface="Arial"/>
                <a:cs typeface="Arial"/>
                <a:sym typeface="Arial"/>
              </a:rPr>
              <a:t> </a:t>
            </a:r>
            <a:r>
              <a:rPr lang="en-US" sz="4800" b="1" i="0" u="none" strike="noStrike" cap="none" dirty="0" err="1">
                <a:solidFill>
                  <a:schemeClr val="tx1"/>
                </a:solidFill>
                <a:latin typeface="Arial"/>
                <a:ea typeface="Arial"/>
                <a:cs typeface="Arial"/>
                <a:sym typeface="Arial"/>
              </a:rPr>
              <a:t>entrenamiento</a:t>
            </a:r>
            <a:endParaRPr sz="4800" b="0" i="0" u="none" strike="noStrike" cap="none" dirty="0">
              <a:solidFill>
                <a:schemeClr val="tx1"/>
              </a:solidFill>
              <a:latin typeface="Arial"/>
              <a:ea typeface="Arial"/>
              <a:cs typeface="Arial"/>
              <a:sym typeface="Arial"/>
            </a:endParaRPr>
          </a:p>
        </p:txBody>
      </p:sp>
      <p:pic>
        <p:nvPicPr>
          <p:cNvPr id="9" name="Imagen 8">
            <a:extLst>
              <a:ext uri="{FF2B5EF4-FFF2-40B4-BE49-F238E27FC236}">
                <a16:creationId xmlns:a16="http://schemas.microsoft.com/office/drawing/2014/main" id="{4A731133-E751-323D-6228-5DEE18E35702}"/>
              </a:ext>
            </a:extLst>
          </p:cNvPr>
          <p:cNvPicPr>
            <a:picLocks noChangeAspect="1"/>
          </p:cNvPicPr>
          <p:nvPr/>
        </p:nvPicPr>
        <p:blipFill>
          <a:blip r:embed="rId3"/>
          <a:stretch>
            <a:fillRect/>
          </a:stretch>
        </p:blipFill>
        <p:spPr>
          <a:xfrm>
            <a:off x="10298609" y="3826310"/>
            <a:ext cx="3674496" cy="3255258"/>
          </a:xfrm>
          <a:prstGeom prst="rect">
            <a:avLst/>
          </a:prstGeom>
        </p:spPr>
      </p:pic>
      <p:pic>
        <p:nvPicPr>
          <p:cNvPr id="11" name="Imagen 10">
            <a:extLst>
              <a:ext uri="{FF2B5EF4-FFF2-40B4-BE49-F238E27FC236}">
                <a16:creationId xmlns:a16="http://schemas.microsoft.com/office/drawing/2014/main" id="{36144FE8-2B32-57D5-28F0-7904A042557B}"/>
              </a:ext>
            </a:extLst>
          </p:cNvPr>
          <p:cNvPicPr>
            <a:picLocks noChangeAspect="1"/>
          </p:cNvPicPr>
          <p:nvPr/>
        </p:nvPicPr>
        <p:blipFill>
          <a:blip r:embed="rId4"/>
          <a:stretch>
            <a:fillRect/>
          </a:stretch>
        </p:blipFill>
        <p:spPr>
          <a:xfrm>
            <a:off x="14280979" y="3593834"/>
            <a:ext cx="4437585" cy="3487733"/>
          </a:xfrm>
          <a:prstGeom prst="rect">
            <a:avLst/>
          </a:prstGeom>
        </p:spPr>
      </p:pic>
    </p:spTree>
    <p:extLst>
      <p:ext uri="{BB962C8B-B14F-4D97-AF65-F5344CB8AC3E}">
        <p14:creationId xmlns:p14="http://schemas.microsoft.com/office/powerpoint/2010/main" val="990419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E8FE0780-C98D-E731-2D94-B92B2A9961E9}"/>
              </a:ext>
            </a:extLst>
          </p:cNvPr>
          <p:cNvPicPr>
            <a:picLocks noChangeAspect="1"/>
          </p:cNvPicPr>
          <p:nvPr/>
        </p:nvPicPr>
        <p:blipFill>
          <a:blip r:embed="rId2"/>
          <a:srcRect l="-7929" t="11019" r="8776" b="8379"/>
          <a:stretch/>
        </p:blipFill>
        <p:spPr>
          <a:xfrm>
            <a:off x="1137585" y="2725791"/>
            <a:ext cx="16917091" cy="4699189"/>
          </a:xfrm>
          <a:prstGeom prst="rect">
            <a:avLst/>
          </a:prstGeom>
        </p:spPr>
      </p:pic>
      <p:sp>
        <p:nvSpPr>
          <p:cNvPr id="7" name="Google Shape;63;p1">
            <a:extLst>
              <a:ext uri="{FF2B5EF4-FFF2-40B4-BE49-F238E27FC236}">
                <a16:creationId xmlns:a16="http://schemas.microsoft.com/office/drawing/2014/main" id="{C2FC35AD-4984-468D-BD9A-1B269F8F8BEC}"/>
              </a:ext>
            </a:extLst>
          </p:cNvPr>
          <p:cNvSpPr txBox="1"/>
          <p:nvPr/>
        </p:nvSpPr>
        <p:spPr>
          <a:xfrm>
            <a:off x="3680698" y="29777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Entrenamiento</a:t>
            </a:r>
            <a:endParaRPr sz="4800" b="0" i="0" u="none" strike="noStrike" cap="none" dirty="0">
              <a:solidFill>
                <a:schemeClr val="tx1"/>
              </a:solidFill>
              <a:latin typeface="Arial"/>
              <a:ea typeface="Arial"/>
              <a:cs typeface="Arial"/>
              <a:sym typeface="Arial"/>
            </a:endParaRPr>
          </a:p>
        </p:txBody>
      </p:sp>
    </p:spTree>
    <p:extLst>
      <p:ext uri="{BB962C8B-B14F-4D97-AF65-F5344CB8AC3E}">
        <p14:creationId xmlns:p14="http://schemas.microsoft.com/office/powerpoint/2010/main" val="1251562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1CCA977-4625-5103-5CE6-D497F7DBF762}"/>
              </a:ext>
            </a:extLst>
          </p:cNvPr>
          <p:cNvPicPr>
            <a:picLocks noChangeAspect="1"/>
          </p:cNvPicPr>
          <p:nvPr/>
        </p:nvPicPr>
        <p:blipFill>
          <a:blip r:embed="rId2"/>
          <a:stretch>
            <a:fillRect/>
          </a:stretch>
        </p:blipFill>
        <p:spPr>
          <a:xfrm>
            <a:off x="1775432" y="2339204"/>
            <a:ext cx="3810532" cy="5525271"/>
          </a:xfrm>
          <a:prstGeom prst="rect">
            <a:avLst/>
          </a:prstGeom>
        </p:spPr>
      </p:pic>
      <p:pic>
        <p:nvPicPr>
          <p:cNvPr id="8" name="Imagen 7">
            <a:extLst>
              <a:ext uri="{FF2B5EF4-FFF2-40B4-BE49-F238E27FC236}">
                <a16:creationId xmlns:a16="http://schemas.microsoft.com/office/drawing/2014/main" id="{2F31AB9E-543B-82E6-01FE-D4A0FD296FE3}"/>
              </a:ext>
            </a:extLst>
          </p:cNvPr>
          <p:cNvPicPr>
            <a:picLocks noChangeAspect="1"/>
          </p:cNvPicPr>
          <p:nvPr/>
        </p:nvPicPr>
        <p:blipFill>
          <a:blip r:embed="rId3"/>
          <a:stretch>
            <a:fillRect/>
          </a:stretch>
        </p:blipFill>
        <p:spPr>
          <a:xfrm>
            <a:off x="6179598" y="3596679"/>
            <a:ext cx="3334215" cy="3010320"/>
          </a:xfrm>
          <a:prstGeom prst="rect">
            <a:avLst/>
          </a:prstGeom>
        </p:spPr>
      </p:pic>
      <p:sp>
        <p:nvSpPr>
          <p:cNvPr id="9" name="Google Shape;63;p1">
            <a:extLst>
              <a:ext uri="{FF2B5EF4-FFF2-40B4-BE49-F238E27FC236}">
                <a16:creationId xmlns:a16="http://schemas.microsoft.com/office/drawing/2014/main" id="{851ADB94-EA50-2CB8-3201-FD4F597B9905}"/>
              </a:ext>
            </a:extLst>
          </p:cNvPr>
          <p:cNvSpPr txBox="1"/>
          <p:nvPr/>
        </p:nvSpPr>
        <p:spPr>
          <a:xfrm>
            <a:off x="3680698" y="29777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Algunas</a:t>
            </a:r>
            <a:r>
              <a:rPr lang="en-US" sz="4800" b="1" i="0" u="none" strike="noStrike" cap="none" dirty="0">
                <a:solidFill>
                  <a:schemeClr val="tx1"/>
                </a:solidFill>
                <a:latin typeface="Arial"/>
                <a:ea typeface="Arial"/>
                <a:cs typeface="Arial"/>
                <a:sym typeface="Arial"/>
              </a:rPr>
              <a:t> </a:t>
            </a:r>
            <a:r>
              <a:rPr lang="en-US" sz="4800" b="1" i="0" u="none" strike="noStrike" cap="none" dirty="0" err="1">
                <a:solidFill>
                  <a:schemeClr val="tx1"/>
                </a:solidFill>
                <a:latin typeface="Arial"/>
                <a:ea typeface="Arial"/>
                <a:cs typeface="Arial"/>
                <a:sym typeface="Arial"/>
              </a:rPr>
              <a:t>inferencias</a:t>
            </a:r>
            <a:endParaRPr sz="4800" b="0" i="0" u="none" strike="noStrike" cap="none" dirty="0">
              <a:solidFill>
                <a:schemeClr val="tx1"/>
              </a:solidFill>
              <a:latin typeface="Arial"/>
              <a:ea typeface="Arial"/>
              <a:cs typeface="Arial"/>
              <a:sym typeface="Arial"/>
            </a:endParaRPr>
          </a:p>
        </p:txBody>
      </p:sp>
      <p:pic>
        <p:nvPicPr>
          <p:cNvPr id="11" name="Imagen 10">
            <a:extLst>
              <a:ext uri="{FF2B5EF4-FFF2-40B4-BE49-F238E27FC236}">
                <a16:creationId xmlns:a16="http://schemas.microsoft.com/office/drawing/2014/main" id="{BF952253-D9A3-37F7-2DCF-1BAF1C8690C0}"/>
              </a:ext>
            </a:extLst>
          </p:cNvPr>
          <p:cNvPicPr>
            <a:picLocks noChangeAspect="1"/>
          </p:cNvPicPr>
          <p:nvPr/>
        </p:nvPicPr>
        <p:blipFill>
          <a:blip r:embed="rId4"/>
          <a:stretch>
            <a:fillRect/>
          </a:stretch>
        </p:blipFill>
        <p:spPr>
          <a:xfrm>
            <a:off x="9905969" y="2124861"/>
            <a:ext cx="8821381" cy="5953956"/>
          </a:xfrm>
          <a:prstGeom prst="rect">
            <a:avLst/>
          </a:prstGeom>
        </p:spPr>
      </p:pic>
    </p:spTree>
    <p:extLst>
      <p:ext uri="{BB962C8B-B14F-4D97-AF65-F5344CB8AC3E}">
        <p14:creationId xmlns:p14="http://schemas.microsoft.com/office/powerpoint/2010/main" val="4140323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Google Shape;63;p1">
            <a:extLst>
              <a:ext uri="{FF2B5EF4-FFF2-40B4-BE49-F238E27FC236}">
                <a16:creationId xmlns:a16="http://schemas.microsoft.com/office/drawing/2014/main" id="{851ADB94-EA50-2CB8-3201-FD4F597B9905}"/>
              </a:ext>
            </a:extLst>
          </p:cNvPr>
          <p:cNvSpPr txBox="1"/>
          <p:nvPr/>
        </p:nvSpPr>
        <p:spPr>
          <a:xfrm>
            <a:off x="3680698" y="297777"/>
            <a:ext cx="13389494" cy="1065271"/>
          </a:xfrm>
          <a:prstGeom prst="rect">
            <a:avLst/>
          </a:prstGeom>
          <a:noFill/>
          <a:ln>
            <a:noFill/>
          </a:ln>
        </p:spPr>
        <p:txBody>
          <a:bodyPr spcFirstLastPara="1" wrap="square" lIns="0" tIns="528300" rIns="0" bIns="0" anchor="t" anchorCtr="0">
            <a:spAutoFit/>
          </a:bodyPr>
          <a:lstStyle/>
          <a:p>
            <a:pPr marL="12700" marR="5080" lvl="0" indent="0" algn="l" rtl="0">
              <a:lnSpc>
                <a:spcPct val="72100"/>
              </a:lnSpc>
              <a:spcBef>
                <a:spcPts val="0"/>
              </a:spcBef>
              <a:spcAft>
                <a:spcPts val="0"/>
              </a:spcAft>
              <a:buClr>
                <a:srgbClr val="000000"/>
              </a:buClr>
              <a:buSzPts val="12100"/>
              <a:buFont typeface="Arial"/>
              <a:buNone/>
            </a:pPr>
            <a:r>
              <a:rPr lang="en-US" sz="4800" b="1" i="0" u="none" strike="noStrike" cap="none" dirty="0" err="1">
                <a:solidFill>
                  <a:schemeClr val="tx1"/>
                </a:solidFill>
                <a:latin typeface="Arial"/>
                <a:ea typeface="Arial"/>
                <a:cs typeface="Arial"/>
                <a:sym typeface="Arial"/>
              </a:rPr>
              <a:t>Evaluación</a:t>
            </a:r>
            <a:endParaRPr sz="4800" b="0" i="0" u="none" strike="noStrike" cap="none" dirty="0">
              <a:solidFill>
                <a:schemeClr val="tx1"/>
              </a:solidFill>
              <a:latin typeface="Arial"/>
              <a:ea typeface="Arial"/>
              <a:cs typeface="Arial"/>
              <a:sym typeface="Arial"/>
            </a:endParaRPr>
          </a:p>
        </p:txBody>
      </p:sp>
      <p:pic>
        <p:nvPicPr>
          <p:cNvPr id="3" name="Imagen 2">
            <a:extLst>
              <a:ext uri="{FF2B5EF4-FFF2-40B4-BE49-F238E27FC236}">
                <a16:creationId xmlns:a16="http://schemas.microsoft.com/office/drawing/2014/main" id="{5C519FE0-00BA-B740-9BB2-D5197AA72F34}"/>
              </a:ext>
            </a:extLst>
          </p:cNvPr>
          <p:cNvPicPr>
            <a:picLocks noChangeAspect="1"/>
          </p:cNvPicPr>
          <p:nvPr/>
        </p:nvPicPr>
        <p:blipFill>
          <a:blip r:embed="rId2"/>
          <a:stretch>
            <a:fillRect/>
          </a:stretch>
        </p:blipFill>
        <p:spPr>
          <a:xfrm>
            <a:off x="1322365" y="3301582"/>
            <a:ext cx="9525581" cy="3300696"/>
          </a:xfrm>
          <a:prstGeom prst="rect">
            <a:avLst/>
          </a:prstGeom>
        </p:spPr>
      </p:pic>
      <p:pic>
        <p:nvPicPr>
          <p:cNvPr id="5" name="Imagen 4">
            <a:extLst>
              <a:ext uri="{FF2B5EF4-FFF2-40B4-BE49-F238E27FC236}">
                <a16:creationId xmlns:a16="http://schemas.microsoft.com/office/drawing/2014/main" id="{79D7CCCB-0D3E-CD8D-F966-54D8C301F24C}"/>
              </a:ext>
            </a:extLst>
          </p:cNvPr>
          <p:cNvPicPr>
            <a:picLocks noChangeAspect="1"/>
          </p:cNvPicPr>
          <p:nvPr/>
        </p:nvPicPr>
        <p:blipFill>
          <a:blip r:embed="rId3"/>
          <a:stretch>
            <a:fillRect/>
          </a:stretch>
        </p:blipFill>
        <p:spPr>
          <a:xfrm>
            <a:off x="11767758" y="3301582"/>
            <a:ext cx="4003319" cy="3300696"/>
          </a:xfrm>
          <a:prstGeom prst="rect">
            <a:avLst/>
          </a:prstGeom>
        </p:spPr>
      </p:pic>
    </p:spTree>
    <p:extLst>
      <p:ext uri="{BB962C8B-B14F-4D97-AF65-F5344CB8AC3E}">
        <p14:creationId xmlns:p14="http://schemas.microsoft.com/office/powerpoint/2010/main" val="278980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3" name="Imagen 2">
            <a:extLst>
              <a:ext uri="{FF2B5EF4-FFF2-40B4-BE49-F238E27FC236}">
                <a16:creationId xmlns:a16="http://schemas.microsoft.com/office/drawing/2014/main" id="{A8284D71-2E1A-D1C8-5745-B62CA46E2DBE}"/>
              </a:ext>
            </a:extLst>
          </p:cNvPr>
          <p:cNvPicPr>
            <a:picLocks noChangeAspect="1"/>
          </p:cNvPicPr>
          <p:nvPr/>
        </p:nvPicPr>
        <p:blipFill>
          <a:blip r:embed="rId3"/>
          <a:stretch>
            <a:fillRect/>
          </a:stretch>
        </p:blipFill>
        <p:spPr>
          <a:xfrm>
            <a:off x="5600700" y="4495801"/>
            <a:ext cx="8705850" cy="29044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34301A00EF5D4F4CB286B0318A55FC6B" ma:contentTypeVersion="3" ma:contentTypeDescription="Crear nuevo documento." ma:contentTypeScope="" ma:versionID="c2c213966941c817beb6ae2f5ebb18a5">
  <xsd:schema xmlns:xsd="http://www.w3.org/2001/XMLSchema" xmlns:xs="http://www.w3.org/2001/XMLSchema" xmlns:p="http://schemas.microsoft.com/office/2006/metadata/properties" xmlns:ns2="39d7b0af-b335-40c6-bc97-9424a7c5c440" targetNamespace="http://schemas.microsoft.com/office/2006/metadata/properties" ma:root="true" ma:fieldsID="261c25ff1211d2e198c6aec463e28cd6" ns2:_="">
    <xsd:import namespace="39d7b0af-b335-40c6-bc97-9424a7c5c440"/>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d7b0af-b335-40c6-bc97-9424a7c5c4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34B21EB-E025-47AF-8F95-C2D42301DFFC}">
  <ds:schemaRefs>
    <ds:schemaRef ds:uri="http://schemas.microsoft.com/sharepoint/v3/contenttype/forms"/>
  </ds:schemaRefs>
</ds:datastoreItem>
</file>

<file path=customXml/itemProps2.xml><?xml version="1.0" encoding="utf-8"?>
<ds:datastoreItem xmlns:ds="http://schemas.openxmlformats.org/officeDocument/2006/customXml" ds:itemID="{A3394478-4CB0-4A57-868A-9BEED4596C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d7b0af-b335-40c6-bc97-9424a7c5c4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95ED04-4807-4E24-A30F-71F7C2D5851B}">
  <ds:schemaRefs>
    <ds:schemaRef ds:uri="http://schemas.microsoft.com/sharepoint/v3"/>
    <ds:schemaRef ds:uri="http://schemas.microsoft.com/office/2006/metadata/properties"/>
    <ds:schemaRef ds:uri="http://schemas.openxmlformats.org/package/2006/metadata/core-properties"/>
    <ds:schemaRef ds:uri="http://schemas.microsoft.com/office/infopath/2007/PartnerControls"/>
    <ds:schemaRef ds:uri="http://www.w3.org/XML/1998/namespace"/>
    <ds:schemaRef ds:uri="http://schemas.microsoft.com/office/2006/documentManagement/types"/>
    <ds:schemaRef ds:uri="http://purl.org/dc/elements/1.1/"/>
    <ds:schemaRef ds:uri="d8599cd6-3a5c-4a3c-9eee-878c9c6d1d9a"/>
    <ds:schemaRef ds:uri="http://purl.org/dc/terms/"/>
    <ds:schemaRef ds:uri="d9203c57-2890-4669-a9af-922da1ec0581"/>
    <ds:schemaRef ds:uri="2444e268-63fc-4a73-ab49-dc9850491d62"/>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111369</TotalTime>
  <Words>49</Words>
  <Application>Microsoft Office PowerPoint</Application>
  <PresentationFormat>Personalizado</PresentationFormat>
  <Paragraphs>16</Paragraphs>
  <Slides>12</Slides>
  <Notes>3</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12</vt:i4>
      </vt:variant>
    </vt:vector>
  </HeadingPairs>
  <TitlesOfParts>
    <vt:vector size="15"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Mendez Carlos</dc:creator>
  <cp:lastModifiedBy>Mendez Carlos</cp:lastModifiedBy>
  <cp:revision>6</cp:revision>
  <dcterms:created xsi:type="dcterms:W3CDTF">2023-07-14T19:03:15Z</dcterms:created>
  <dcterms:modified xsi:type="dcterms:W3CDTF">2024-12-05T23:47:18Z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2023-07-14T00:00:00Z</vt:filetime>
  </property>
  <property fmtid="{D5CDD505-2E9C-101B-9397-08002B2CF9AE}" pid="3" name="Creator">
    <vt:lpwstr>Adobe Illustrator 27.7 (Macintosh)</vt:lpwstr>
  </property>
  <property fmtid="{D5CDD505-2E9C-101B-9397-08002B2CF9AE}" pid="4" name="CreatorVersion">
    <vt:lpwstr>21.0.0</vt:lpwstr>
  </property>
  <property fmtid="{D5CDD505-2E9C-101B-9397-08002B2CF9AE}" pid="5" name="LastSaved">
    <vt:filetime>2023-07-14T00:00:00Z</vt:filetime>
  </property>
  <property fmtid="{D5CDD505-2E9C-101B-9397-08002B2CF9AE}" pid="6" name="Producer">
    <vt:lpwstr>Adobe PDF library 17.00</vt:lpwstr>
  </property>
  <property fmtid="{D5CDD505-2E9C-101B-9397-08002B2CF9AE}" pid="7" name="ContentTypeId">
    <vt:lpwstr>0x01010034301A00EF5D4F4CB286B0318A55FC6B</vt:lpwstr>
  </property>
</Properties>
</file>